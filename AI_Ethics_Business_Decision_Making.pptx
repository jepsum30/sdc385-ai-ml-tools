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AFC5DB4-DFDC-BE43-5957-723E40C8D291}" v="26" dt="2026-03-30T21:44:30.9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886" autoAdjust="0"/>
  </p:normalViewPr>
  <p:slideViewPr>
    <p:cSldViewPr snapToGrid="0">
      <p:cViewPr varScale="1">
        <p:scale>
          <a:sx n="76" d="100"/>
          <a:sy n="76" d="100"/>
        </p:scale>
        <p:origin x="191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Zimmerman-Gibson, Joshua (Virginia Beach)" userId="d08658ba-7f2c-4f82-b12e-30c210e6c7f4" providerId="ADAL" clId="{B7577925-A160-4B5F-A00D-882CCE4A7982}"/>
    <pc:docChg chg="modSld">
      <pc:chgData name="VB-Zimmerman-Gibson, Joshua (Virginia Beach)" userId="d08658ba-7f2c-4f82-b12e-30c210e6c7f4" providerId="ADAL" clId="{B7577925-A160-4B5F-A00D-882CCE4A7982}" dt="2026-03-30T21:45:55.635" v="0" actId="1076"/>
      <pc:docMkLst>
        <pc:docMk/>
      </pc:docMkLst>
      <pc:sldChg chg="modSp mod">
        <pc:chgData name="VB-Zimmerman-Gibson, Joshua (Virginia Beach)" userId="d08658ba-7f2c-4f82-b12e-30c210e6c7f4" providerId="ADAL" clId="{B7577925-A160-4B5F-A00D-882CCE4A7982}" dt="2026-03-30T21:45:55.635" v="0" actId="1076"/>
        <pc:sldMkLst>
          <pc:docMk/>
          <pc:sldMk cId="3140674410" sldId="2561"/>
        </pc:sldMkLst>
        <pc:spChg chg="mod">
          <ac:chgData name="VB-Zimmerman-Gibson, Joshua (Virginia Beach)" userId="d08658ba-7f2c-4f82-b12e-30c210e6c7f4" providerId="ADAL" clId="{B7577925-A160-4B5F-A00D-882CCE4A7982}" dt="2026-03-30T21:45:55.635" v="0" actId="1076"/>
          <ac:spMkLst>
            <pc:docMk/>
            <pc:sldMk cId="3140674410" sldId="2561"/>
            <ac:spMk id="12" creationId="{9CF5C16E-9A05-E818-9854-AEF19035489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E701DB-5965-476F-A8B3-52D8FE4A3D92}" type="datetimeFigureOut">
              <a:t>3/30/2026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42A0A-84C3-4F6E-82DE-D5F210BB41EB}" type="slidenum">
              <a:t>‹#›</a:t>
            </a:fld>
            <a:endParaRPr lang="en-US"/>
          </a:p>
        </p:txBody>
      </p:sp>
    </p:spTree>
    <p:extLst>
      <p:ext uri="{BB962C8B-B14F-4D97-AF65-F5344CB8AC3E}">
        <p14:creationId xmlns:p14="http://schemas.microsoft.com/office/powerpoint/2010/main" val="3620457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Role of Artificial Intelligence in Modern Business Decisions, Applications of AI and Machine Learning Across Industries, Healthcare Industry Case Example with a Data Science Focus, Bias and Fairness Challenges in Machine Learning Algorithms, Strategies Businesses Can Use to Mitigate AI Bias, Improving Transparency in AI Decision-Making, Ethical Standards and Privacy Protection in Healthcare AI, Key Takeaways and Responsible AI Adoption</a:t>
            </a:r>
          </a:p>
        </p:txBody>
      </p:sp>
      <p:sp>
        <p:nvSpPr>
          <p:cNvPr id="4" name="Slide Number Placeholder 3"/>
          <p:cNvSpPr>
            <a:spLocks noGrp="1"/>
          </p:cNvSpPr>
          <p:nvPr>
            <p:ph type="sldNum" sz="quarter" idx="5"/>
          </p:nvPr>
        </p:nvSpPr>
        <p:spPr/>
        <p:txBody>
          <a:bodyPr/>
          <a:lstStyle/>
          <a:p>
            <a:fld id="{70ED88A7-FE8B-4E79-AC4B-D0A468A2BA2B}" type="slidenum">
              <a:t>1</a:t>
            </a:fld>
            <a:endParaRPr lang="en-US"/>
          </a:p>
        </p:txBody>
      </p:sp>
    </p:spTree>
    <p:extLst>
      <p:ext uri="{BB962C8B-B14F-4D97-AF65-F5344CB8AC3E}">
        <p14:creationId xmlns:p14="http://schemas.microsoft.com/office/powerpoint/2010/main" val="41343215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Artificial intelligence (AI) and machine learning (ML) have become central to modern business decision-making by enabling organizations to analyze vast volumes of data and generate insights at a speed and scale that would be impossible for humans alone. Businesses increasingly rely on data-driven decision support systems to improve accuracy, efficiency, and competitiveness. For example, AI-powered analytics platforms help executives show market trends, forecast demand, and improve operations using historical and real-time data. In industries such as retail and planning, machine learning models analyze buying behavior and supply chain data to reduce costs and improve customer satisfaction. Another key benefit of AI in business is its ability to automate repetitive decision processes, such as approving transactions, prioritizing leads, or flagging anomalies. However, while AI enhances efficiency, it also raises important ethical considerations. Decisions made by algorithms can significantly change customers, employees, and society, especially when used in hiring, lending, healthcare, or law enforcement contexts. Poorly designed or unmonitored AI systems may reinforce existing inequalities, reduce accountability, or make decisions that are difficult to explain. As a result, businesses must balance the practical advantages of AI-driven decision-making with ethical responsibilities such as fairness, transparency, and accountability. Understanding this balance is critical for organizations looking to adopt AI responsibly while </a:t>
            </a:r>
            <a:r>
              <a:rPr lang="en-US"/>
              <a:t>supporting</a:t>
            </a:r>
            <a:r>
              <a:rPr lang="en-US" dirty="0"/>
              <a:t> trust with stakeholders.</a:t>
            </a:r>
          </a:p>
        </p:txBody>
      </p:sp>
      <p:sp>
        <p:nvSpPr>
          <p:cNvPr id="4" name="Slide Number Placeholder 3"/>
          <p:cNvSpPr>
            <a:spLocks noGrp="1"/>
          </p:cNvSpPr>
          <p:nvPr>
            <p:ph type="sldNum" sz="quarter" idx="5"/>
          </p:nvPr>
        </p:nvSpPr>
        <p:spPr/>
        <p:txBody>
          <a:bodyPr/>
          <a:lstStyle/>
          <a:p>
            <a:fld id="{70ED88A7-FE8B-4E79-AC4B-D0A468A2BA2B}" type="slidenum">
              <a:t>2</a:t>
            </a:fld>
            <a:endParaRPr lang="en-US"/>
          </a:p>
        </p:txBody>
      </p:sp>
    </p:spTree>
    <p:extLst>
      <p:ext uri="{BB962C8B-B14F-4D97-AF65-F5344CB8AC3E}">
        <p14:creationId xmlns:p14="http://schemas.microsoft.com/office/powerpoint/2010/main" val="25220515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and machine learning are applied across a wide range of industries, each leveraging data science techniques to solve domain-specific problems. In healthcare, machine learning models analyze medical images, electronic health records, and patient histories to support early diagnosis, predict disease risk, and personalize treatment plans. In the finance industry, AI systems are widely used for fraud detection, algorithmic trading, and credit risk assessment by identifying patterns in transactional and behavioral data. Retail companies rely on recommendation engines, demand forecasting models, and dynamic pricing algorithms to improve customer experiences and maximize revenue. Manufacturing organizations use predictive maintenance models to anticipate equipment failures, reduce downtime, and improve product quality by analyzing sensor and operational data. Transportation and logistics companies apply AI to optimize routes, manage fleets, and forecast delivery times. Across all these industries, data science plays a foundational role by enabling data collection, cleaning, feature engineering, and model evaluation. These applications demonstrate how AI transforms raw data into actionable insights. However, the widespread adoption of AI also means that errors or biases in models can scale rapidly across entire industries, reinforcing the need for ethical oversight and responsible design practices in every sector where AI is deployed.</a:t>
            </a:r>
          </a:p>
        </p:txBody>
      </p:sp>
      <p:sp>
        <p:nvSpPr>
          <p:cNvPr id="4" name="Slide Number Placeholder 3"/>
          <p:cNvSpPr>
            <a:spLocks noGrp="1"/>
          </p:cNvSpPr>
          <p:nvPr>
            <p:ph type="sldNum" sz="quarter" idx="5"/>
          </p:nvPr>
        </p:nvSpPr>
        <p:spPr/>
        <p:txBody>
          <a:bodyPr/>
          <a:lstStyle/>
          <a:p>
            <a:fld id="{70ED88A7-FE8B-4E79-AC4B-D0A468A2BA2B}" type="slidenum">
              <a:t>3</a:t>
            </a:fld>
            <a:endParaRPr lang="en-US"/>
          </a:p>
        </p:txBody>
      </p:sp>
    </p:spTree>
    <p:extLst>
      <p:ext uri="{BB962C8B-B14F-4D97-AF65-F5344CB8AC3E}">
        <p14:creationId xmlns:p14="http://schemas.microsoft.com/office/powerpoint/2010/main" val="1623540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healthcare industry provides a strong example of how artificial intelligence and data science intersect to influence critical decision-making. Machine learning models are commonly used to analyze medical imaging data such as X-rays, MRIs, and CT scans to detect conditions like cancer, fractures, or neurological disorders. Predictive analytics tools assess patient data to estimate readmission risks, disease progression, or treatment effectiveness. Natural language processing (NLP) techniques are also applied to unstructured clinical notes, enabling healthcare providers to extract insights from physician documentation. These AI systems rely heavily on high-quality, representative datasets and robust data science workflows. However, healthcare AI also highlights ethical risks, particularly when training data underrepresents certain populations, leading to less accurate predictions for minority groups. Additionally, decisions influenced by AI can have life-altering consequences, making accuracy, fairness, and transparency especially important. To address these concerns, healthcare organizations must combine technical rigor with ethical governance, ensuring that AI tools augment clinical judgment rather than replace it. This industry illustrates both the powerful benefits of AI-driven insights and the serious ethical responsibilities that accompany their use.</a:t>
            </a:r>
          </a:p>
        </p:txBody>
      </p:sp>
      <p:sp>
        <p:nvSpPr>
          <p:cNvPr id="4" name="Slide Number Placeholder 3"/>
          <p:cNvSpPr>
            <a:spLocks noGrp="1"/>
          </p:cNvSpPr>
          <p:nvPr>
            <p:ph type="sldNum" sz="quarter" idx="5"/>
          </p:nvPr>
        </p:nvSpPr>
        <p:spPr/>
        <p:txBody>
          <a:bodyPr/>
          <a:lstStyle/>
          <a:p>
            <a:fld id="{70ED88A7-FE8B-4E79-AC4B-D0A468A2BA2B}" type="slidenum">
              <a:t>4</a:t>
            </a:fld>
            <a:endParaRPr lang="en-US"/>
          </a:p>
        </p:txBody>
      </p:sp>
    </p:spTree>
    <p:extLst>
      <p:ext uri="{BB962C8B-B14F-4D97-AF65-F5344CB8AC3E}">
        <p14:creationId xmlns:p14="http://schemas.microsoft.com/office/powerpoint/2010/main" val="3574606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Bias and fairness represent some of the most significant challenges in machine learning systems used for business decision-making. Bias often originates from training data that reflects historical inequalities, social stereotypes, or uneven representation of different demographic groups. For example, if a hiring algorithm is trained on historical employee data from a company that lacked diversity, the model may unintentionally favor candidates similar to past hires. In healthcare and finance, biased models can result in unequal access to care or credit. Another challenge is algorithmic bias introduced through feature selection, model design, or optimization objectives that prioritize accuracy over fairness. Additionally, biases may go undetected because machine learning models can be complex and opaque, making it difficult to understand how decisions are made. These fairness issues can damage organizational reputation, expose businesses to legal risks, and erode public trust. Addressing bias requires recognizing that machine learning systems are not neutral and that ethical risks must be actively managed throughout the AI lifecycle, from data collection to deployment and monitoring.</a:t>
            </a:r>
          </a:p>
        </p:txBody>
      </p:sp>
      <p:sp>
        <p:nvSpPr>
          <p:cNvPr id="4" name="Slide Number Placeholder 3"/>
          <p:cNvSpPr>
            <a:spLocks noGrp="1"/>
          </p:cNvSpPr>
          <p:nvPr>
            <p:ph type="sldNum" sz="quarter" idx="5"/>
          </p:nvPr>
        </p:nvSpPr>
        <p:spPr/>
        <p:txBody>
          <a:bodyPr/>
          <a:lstStyle/>
          <a:p>
            <a:fld id="{70ED88A7-FE8B-4E79-AC4B-D0A468A2BA2B}" type="slidenum">
              <a:t>5</a:t>
            </a:fld>
            <a:endParaRPr lang="en-US"/>
          </a:p>
        </p:txBody>
      </p:sp>
    </p:spTree>
    <p:extLst>
      <p:ext uri="{BB962C8B-B14F-4D97-AF65-F5344CB8AC3E}">
        <p14:creationId xmlns:p14="http://schemas.microsoft.com/office/powerpoint/2010/main" val="4234888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Businesses can take several concrete steps to mitigate bias and promote fairness in AI models. One of the most important strategies is using diverse, representative, and high-quality datasets that accurately reflect the populations affected by AI-driven decisions. Regular audits and bias testing should be conducted to evaluate model performance across different demographic groups. Organizations can also implement fairness-aware machine learning techniques, such as reweighting data or adjusting decision thresholds, to reduce discriminatory outcomes. Human oversight is another critical safeguard, ensuring that automated decisions are reviewed, especially in high-stakes contexts like healthcare, lending, or hiring. Cross-functional teams involving data scientists, ethicists, legal experts, and domain specialists can help identify ethical risks early in development. Additionally, businesses should establish clear governance frameworks and ethical guidelines for AI use. By embedding fairness into both technical and organizational processes, companies can reduce bias, improve decision quality, and build trust with users and stakeholders.</a:t>
            </a:r>
          </a:p>
        </p:txBody>
      </p:sp>
      <p:sp>
        <p:nvSpPr>
          <p:cNvPr id="4" name="Slide Number Placeholder 3"/>
          <p:cNvSpPr>
            <a:spLocks noGrp="1"/>
          </p:cNvSpPr>
          <p:nvPr>
            <p:ph type="sldNum" sz="quarter" idx="5"/>
          </p:nvPr>
        </p:nvSpPr>
        <p:spPr/>
        <p:txBody>
          <a:bodyPr/>
          <a:lstStyle/>
          <a:p>
            <a:fld id="{70ED88A7-FE8B-4E79-AC4B-D0A468A2BA2B}" type="slidenum">
              <a:t>6</a:t>
            </a:fld>
            <a:endParaRPr lang="en-US"/>
          </a:p>
        </p:txBody>
      </p:sp>
    </p:spTree>
    <p:extLst>
      <p:ext uri="{BB962C8B-B14F-4D97-AF65-F5344CB8AC3E}">
        <p14:creationId xmlns:p14="http://schemas.microsoft.com/office/powerpoint/2010/main" val="3312030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Transparency is essential for building trust in AI-driven business decisions, particularly when algorithms influence outcomes that affect individuals and communities. One way to enhance transparency is through explainable AI (XAI) techniques, which help users understand why a model produced a specific prediction or recommendation. For example, feature importance scores or local explanations can show which factors influenced a decision. Clear documentation of data sources, model assumptions, and limitations also supports transparency for internal and external stakeholders. Businesses should communicate openly about when and how AI systems are used, including their benefits and risks. In regulated industries such as healthcare and finance, transparency supports compliance and accountability by enabling audits and oversight. Transparent AI systems empower users to question, contest, or appeal decisions, reducing the perception of “black box” automation. Ultimately, transparency strengthens ethical AI adoption by aligning technological capabilities with human understanding and responsibility.</a:t>
            </a:r>
          </a:p>
        </p:txBody>
      </p:sp>
      <p:sp>
        <p:nvSpPr>
          <p:cNvPr id="4" name="Slide Number Placeholder 3"/>
          <p:cNvSpPr>
            <a:spLocks noGrp="1"/>
          </p:cNvSpPr>
          <p:nvPr>
            <p:ph type="sldNum" sz="quarter" idx="5"/>
          </p:nvPr>
        </p:nvSpPr>
        <p:spPr/>
        <p:txBody>
          <a:bodyPr/>
          <a:lstStyle/>
          <a:p>
            <a:fld id="{70ED88A7-FE8B-4E79-AC4B-D0A468A2BA2B}" type="slidenum">
              <a:t>7</a:t>
            </a:fld>
            <a:endParaRPr lang="en-US"/>
          </a:p>
        </p:txBody>
      </p:sp>
    </p:spTree>
    <p:extLst>
      <p:ext uri="{BB962C8B-B14F-4D97-AF65-F5344CB8AC3E}">
        <p14:creationId xmlns:p14="http://schemas.microsoft.com/office/powerpoint/2010/main" val="34222036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Upholding ethical standards and protecting user privacy are especially critical in industries like healthcare, where AI systems handle sensitive personal data. Healthcare organizations must comply with regulations such as the Health Insurance Portability and Accountability Act (HIPAA), which governs the use and protection of patient information. Data anonymization, encryption, and secure storage practices help reduce the risk of breaches and misuse. Access to AI systems and datasets should be limited to authorized personnel, with clear accountability mechanisms in place. Ethical standards also require informed consent, ensuring patients understand how their data is used in AI-driven tools. Additionally, organizations should regularly assess privacy risks as models evolve or are applied in new contexts. By prioritizing privacy and ethical safeguards, healthcare providers can leverage AI innovations while maintaining patient trust and protecting individual rights.</a:t>
            </a:r>
          </a:p>
        </p:txBody>
      </p:sp>
      <p:sp>
        <p:nvSpPr>
          <p:cNvPr id="4" name="Slide Number Placeholder 3"/>
          <p:cNvSpPr>
            <a:spLocks noGrp="1"/>
          </p:cNvSpPr>
          <p:nvPr>
            <p:ph type="sldNum" sz="quarter" idx="5"/>
          </p:nvPr>
        </p:nvSpPr>
        <p:spPr/>
        <p:txBody>
          <a:bodyPr/>
          <a:lstStyle/>
          <a:p>
            <a:fld id="{70ED88A7-FE8B-4E79-AC4B-D0A468A2BA2B}" type="slidenum">
              <a:t>8</a:t>
            </a:fld>
            <a:endParaRPr lang="en-US"/>
          </a:p>
        </p:txBody>
      </p:sp>
    </p:spTree>
    <p:extLst>
      <p:ext uri="{BB962C8B-B14F-4D97-AF65-F5344CB8AC3E}">
        <p14:creationId xmlns:p14="http://schemas.microsoft.com/office/powerpoint/2010/main" val="34617037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Artificial intelligence offers powerful opportunities to improve business decision-making through data-driven insights, automation, and predictive capabilities. Across industries, AI and machine learning enable organizations to operate more efficiently and respond more effectively to complex challenges. However, these benefits come with ethical responsibilities related to bias, fairness, transparency, and privacy. Businesses must recognize that responsible AI adoption is not solely a technical challenge but also an organizational and cultural one. Implementing ethical guidelines, ensuring human oversight, and engaging in continuous monitoring are essential practices. When designed and governed responsibly, AI systems can enhance trust, support better decisions, and create long-term value for both businesses and society. The future of AI in business depends on aligning innovation with ethical principles, ensuring technology serves people fairly and responsibly.</a:t>
            </a:r>
          </a:p>
        </p:txBody>
      </p:sp>
      <p:sp>
        <p:nvSpPr>
          <p:cNvPr id="4" name="Slide Number Placeholder 3"/>
          <p:cNvSpPr>
            <a:spLocks noGrp="1"/>
          </p:cNvSpPr>
          <p:nvPr>
            <p:ph type="sldNum" sz="quarter" idx="5"/>
          </p:nvPr>
        </p:nvSpPr>
        <p:spPr/>
        <p:txBody>
          <a:bodyPr/>
          <a:lstStyle/>
          <a:p>
            <a:fld id="{70ED88A7-FE8B-4E79-AC4B-D0A468A2BA2B}" type="slidenum">
              <a:t>9</a:t>
            </a:fld>
            <a:endParaRPr lang="en-US"/>
          </a:p>
        </p:txBody>
      </p:sp>
    </p:spTree>
    <p:extLst>
      <p:ext uri="{BB962C8B-B14F-4D97-AF65-F5344CB8AC3E}">
        <p14:creationId xmlns:p14="http://schemas.microsoft.com/office/powerpoint/2010/main" val="24209351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3" y="4592116"/>
            <a:ext cx="10872216" cy="976143"/>
          </a:xfrm>
        </p:spPr>
        <p:txBody>
          <a:bodyPr vert="horz" lIns="91440" tIns="45720" rIns="91440" bIns="45720" rtlCol="0" anchor="b">
            <a:normAutofit/>
          </a:bodyPr>
          <a:lstStyle>
            <a:lvl1pPr>
              <a:defRPr lang="en-US" sz="4000" dirty="0">
                <a:solidFill>
                  <a:schemeClr val="tx1"/>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1" y="5971761"/>
            <a:ext cx="10872217" cy="336287"/>
          </a:xfrm>
        </p:spPr>
        <p:txBody>
          <a:bodyPr vert="horz" lIns="91440" tIns="45720" rIns="91440" bIns="45720" rtlCol="0">
            <a:noAutofit/>
          </a:bodyPr>
          <a:lstStyle>
            <a:lvl1pPr marL="0" indent="0">
              <a:buNone/>
              <a:defRPr lang="en-US" sz="2000" dirty="0">
                <a:solidFill>
                  <a:schemeClr val="tx1"/>
                </a:solidFill>
              </a:defRPr>
            </a:lvl1pPr>
          </a:lstStyle>
          <a:p>
            <a:pPr lvl="0"/>
            <a:r>
              <a:rPr lang="en-US"/>
              <a:t>Click to edit Master subtitle style</a:t>
            </a:r>
          </a:p>
        </p:txBody>
      </p:sp>
      <p:sp>
        <p:nvSpPr>
          <p:cNvPr id="6" name="Slide Number Placeholder 5">
            <a:extLst>
              <a:ext uri="{FF2B5EF4-FFF2-40B4-BE49-F238E27FC236}">
                <a16:creationId xmlns:a16="http://schemas.microsoft.com/office/drawing/2014/main" id="{8439C8A7-72AC-0719-E46F-68CFF8D5F316}"/>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885DA28C-4307-6E8D-E3C0-B0F65FE46263}"/>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D30A06B8-E88E-0500-3055-3E24279A6507}"/>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67513" y="1260124"/>
            <a:ext cx="10872216" cy="3012032"/>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4354527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nchor="b">
            <a:normAutofit/>
          </a:bodyPr>
          <a:lstStyle>
            <a:lvl1pPr>
              <a:defRPr sz="4000"/>
            </a:lvl1pPr>
          </a:lstStyle>
          <a:p>
            <a:r>
              <a:rPr lang="en-US"/>
              <a:t>Click to edit Master title style</a:t>
            </a:r>
          </a:p>
        </p:txBody>
      </p:sp>
      <p:sp>
        <p:nvSpPr>
          <p:cNvPr id="6" name="Slide Number Placeholder 5">
            <a:extLst>
              <a:ext uri="{FF2B5EF4-FFF2-40B4-BE49-F238E27FC236}">
                <a16:creationId xmlns:a16="http://schemas.microsoft.com/office/drawing/2014/main" id="{6950CABD-2C3E-3981-7474-14066C60A592}"/>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2CAEF4C9-A376-49B1-2605-259BE261D55C}"/>
              </a:ext>
            </a:extLst>
          </p:cNvPr>
          <p:cNvSpPr>
            <a:spLocks noGrp="1"/>
          </p:cNvSpPr>
          <p:nvPr>
            <p:ph type="ftr" sz="quarter" idx="11"/>
          </p:nvPr>
        </p:nvSpPr>
        <p:spPr/>
        <p:txBody>
          <a:bodyPr/>
          <a:lstStyle/>
          <a:p>
            <a:r>
              <a:rPr lang="en-US"/>
              <a:t>Presentation title</a:t>
            </a:r>
          </a:p>
        </p:txBody>
      </p:sp>
      <p:sp>
        <p:nvSpPr>
          <p:cNvPr id="4" name="Date Placeholder 3">
            <a:extLst>
              <a:ext uri="{FF2B5EF4-FFF2-40B4-BE49-F238E27FC236}">
                <a16:creationId xmlns:a16="http://schemas.microsoft.com/office/drawing/2014/main" id="{F9BF5E17-B569-458A-61B5-EBD7257A6392}"/>
              </a:ext>
            </a:extLst>
          </p:cNvPr>
          <p:cNvSpPr>
            <a:spLocks noGrp="1"/>
          </p:cNvSpPr>
          <p:nvPr>
            <p:ph type="dt" sz="half" idx="10"/>
          </p:nvPr>
        </p:nvSpPr>
        <p:spPr/>
        <p:txBody>
          <a:bodyPr/>
          <a:lstStyle/>
          <a:p>
            <a:fld id="{DEE4FD85-5D6D-4FA4-A373-26EC0F227592}" type="datetime1">
              <a:rPr lang="en-US" smtClean="0"/>
              <a:pPr/>
              <a:t>3/30/2026</a:t>
            </a:fld>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701787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885432" y="1260123"/>
            <a:ext cx="4639056" cy="3331993"/>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85430" y="5276167"/>
            <a:ext cx="4639057" cy="1004012"/>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DE9EE4A5-77BA-B98A-B7C9-E73454ECBFF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903044E3-8B6D-8A14-DF79-CAB3CCD720D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BF2A6-C99B-8F4B-07CD-C27BE4C33A3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49802C6-10E7-4049-A420-490D82DD2D49}" type="datetime1">
              <a:rPr lang="en-US" smtClean="0"/>
              <a:t>3/30/2026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1" y="1260122"/>
            <a:ext cx="5897881"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10698662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24216" y="1260124"/>
            <a:ext cx="3700272" cy="2996802"/>
          </a:xfrm>
        </p:spPr>
        <p:txBody>
          <a:bodyPr vert="horz" lIns="91440" tIns="45720" rIns="91440" bIns="45720" rtlCol="0" anchor="b">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24216" y="4576885"/>
            <a:ext cx="3700273" cy="1703294"/>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2" name="Slide Number Placeholder 5">
            <a:extLst>
              <a:ext uri="{FF2B5EF4-FFF2-40B4-BE49-F238E27FC236}">
                <a16:creationId xmlns:a16="http://schemas.microsoft.com/office/drawing/2014/main" id="{8998A4B6-1ED2-0175-5171-79D752A4BF4B}"/>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B87DA747-225E-C3D7-9B45-5A82A81437B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506E5107-A554-D167-5D26-04303F09940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F55ADCF-3664-4479-8ED8-BAA5E6653B62}" type="datetime1">
              <a:rPr lang="en-US" smtClean="0"/>
              <a:t>3/30/2026</a:t>
            </a:fld>
            <a:endParaRPr lang="en-US"/>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667512" y="1260122"/>
            <a:ext cx="6780009" cy="5020057"/>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4161825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1872"/>
            <a:ext cx="5897880" cy="2996266"/>
          </a:xfr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0" y="4592115"/>
            <a:ext cx="5897882" cy="1688063"/>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714AAA3B-0D59-4204-802D-5471962CF6D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CF7E77-8611-47D0-A92F-5C18E9C5DC54}" type="datetime1">
              <a:rPr lang="en-US" smtClean="0"/>
              <a:t>3/30/2026</a:t>
            </a:fld>
            <a:endParaRPr lang="en-US"/>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6885432" y="1261872"/>
            <a:ext cx="4654296" cy="5018306"/>
          </a:xfrm>
          <a:blipFill>
            <a:blip r:embed="rId2">
              <a:alphaModFix amt="7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5752249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with Picture 6">
    <p:bg>
      <p:bgRef idx="1001">
        <a:schemeClr val="bg1"/>
      </p:bgRef>
    </p:bg>
    <p:spTree>
      <p:nvGrpSpPr>
        <p:cNvPr id="1" name=""/>
        <p:cNvGrpSpPr/>
        <p:nvPr/>
      </p:nvGrpSpPr>
      <p:grpSpPr>
        <a:xfrm>
          <a:off x="0" y="0"/>
          <a:ext cx="0" cy="0"/>
          <a:chOff x="0" y="0"/>
          <a:chExt cx="0" cy="0"/>
        </a:xfrm>
      </p:grpSpPr>
      <p:sp>
        <p:nvSpPr>
          <p:cNvPr id="27" name="Picture Placeholder 26">
            <a:extLst>
              <a:ext uri="{FF2B5EF4-FFF2-40B4-BE49-F238E27FC236}">
                <a16:creationId xmlns:a16="http://schemas.microsoft.com/office/drawing/2014/main" id="{30C5601D-25D6-0852-460F-4F5EDDCA5278}"/>
              </a:ext>
            </a:extLst>
          </p:cNvPr>
          <p:cNvSpPr>
            <a:spLocks noGrp="1"/>
          </p:cNvSpPr>
          <p:nvPr>
            <p:ph type="pic" sz="quarter" idx="13" hasCustomPrompt="1"/>
          </p:nvPr>
        </p:nvSpPr>
        <p:spPr>
          <a:xfrm>
            <a:off x="0" y="0"/>
            <a:ext cx="12192000" cy="6858000"/>
          </a:xfrm>
          <a:custGeom>
            <a:avLst/>
            <a:gdLst>
              <a:gd name="csX0" fmla="*/ 650748 w 12192000"/>
              <a:gd name="csY0" fmla="*/ 557784 h 6858000"/>
              <a:gd name="csX1" fmla="*/ 650748 w 12192000"/>
              <a:gd name="csY1" fmla="*/ 566928 h 6858000"/>
              <a:gd name="csX2" fmla="*/ 11541252 w 12192000"/>
              <a:gd name="csY2" fmla="*/ 566928 h 6858000"/>
              <a:gd name="csX3" fmla="*/ 11541252 w 12192000"/>
              <a:gd name="csY3" fmla="*/ 557784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50748" y="557784"/>
                </a:moveTo>
                <a:lnTo>
                  <a:pt x="650748" y="566928"/>
                </a:lnTo>
                <a:lnTo>
                  <a:pt x="11541252" y="566928"/>
                </a:lnTo>
                <a:lnTo>
                  <a:pt x="11541252" y="557784"/>
                </a:lnTo>
                <a:close/>
                <a:moveTo>
                  <a:pt x="0" y="0"/>
                </a:moveTo>
                <a:lnTo>
                  <a:pt x="12192000" y="0"/>
                </a:lnTo>
                <a:lnTo>
                  <a:pt x="12192000"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0" y="3429000"/>
            <a:ext cx="12192000" cy="2159828"/>
          </a:xfrm>
          <a:gradFill flip="none" rotWithShape="1">
            <a:gsLst>
              <a:gs pos="0">
                <a:schemeClr val="bg2">
                  <a:alpha val="50000"/>
                </a:schemeClr>
              </a:gs>
              <a:gs pos="100000">
                <a:schemeClr val="bg2">
                  <a:alpha val="0"/>
                </a:schemeClr>
              </a:gs>
            </a:gsLst>
            <a:lin ang="16200000" scaled="1"/>
            <a:tileRect/>
          </a:gradFill>
        </p:spPr>
        <p:txBody>
          <a:bodyPr vert="horz" lIns="777240" tIns="45720" rIns="2286000" bIns="45720" rtlCol="0" anchor="b">
            <a:normAutofit/>
          </a:bodyPr>
          <a:lstStyle>
            <a:lvl1pPr>
              <a:defRPr lang="en-US" sz="6000" dirty="0"/>
            </a:lvl1pPr>
          </a:lstStyle>
          <a:p>
            <a:pPr lvl="0"/>
            <a:r>
              <a:rPr lang="en-US"/>
              <a:t>Click to edit Master title style</a:t>
            </a:r>
          </a:p>
        </p:txBody>
      </p:sp>
      <p:sp>
        <p:nvSpPr>
          <p:cNvPr id="6" name="Subtitle 2">
            <a:extLst>
              <a:ext uri="{FF2B5EF4-FFF2-40B4-BE49-F238E27FC236}">
                <a16:creationId xmlns:a16="http://schemas.microsoft.com/office/drawing/2014/main" id="{B6DADE99-E3CE-8A7B-349A-714ACCF251FD}"/>
              </a:ext>
            </a:extLst>
          </p:cNvPr>
          <p:cNvSpPr>
            <a:spLocks noGrp="1"/>
          </p:cNvSpPr>
          <p:nvPr>
            <p:ph type="subTitle" idx="1"/>
          </p:nvPr>
        </p:nvSpPr>
        <p:spPr>
          <a:xfrm>
            <a:off x="0" y="5586478"/>
            <a:ext cx="12192000" cy="1271522"/>
          </a:xfrm>
          <a:solidFill>
            <a:schemeClr val="bg2">
              <a:alpha val="50000"/>
            </a:schemeClr>
          </a:solidFill>
        </p:spPr>
        <p:txBody>
          <a:bodyPr vert="horz" lIns="777240" tIns="45720" rIns="2286000" bIns="45720" rtlCol="0" anchor="t">
            <a:normAutofit/>
          </a:bodyPr>
          <a:lstStyle>
            <a:lvl1pPr marL="0" indent="0">
              <a:buNone/>
              <a:defRPr lang="en-US" sz="2000" dirty="0"/>
            </a:lvl1pPr>
          </a:lstStyle>
          <a:p>
            <a:pPr lvl="0"/>
            <a:r>
              <a:rPr lang="en-US"/>
              <a:t>Click to edit Master subtitle style</a:t>
            </a:r>
          </a:p>
        </p:txBody>
      </p:sp>
      <p:sp>
        <p:nvSpPr>
          <p:cNvPr id="13" name="Slide Number Placeholder 5">
            <a:extLst>
              <a:ext uri="{FF2B5EF4-FFF2-40B4-BE49-F238E27FC236}">
                <a16:creationId xmlns:a16="http://schemas.microsoft.com/office/drawing/2014/main" id="{92E398B4-AE63-C902-83C3-1A4A85D8B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008CFED4-8CC8-E28A-89D6-61226616DEC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031F4DFA-B85C-EFE8-48B9-F27537048D33}"/>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6E56145-139A-45B3-88FA-F743CAE4E319}" type="datetime1">
              <a:rPr lang="en-US" smtClean="0"/>
              <a:t>3/30/2026</a:t>
            </a:fld>
            <a:endParaRPr lang="en-US"/>
          </a:p>
        </p:txBody>
      </p:sp>
    </p:spTree>
    <p:extLst>
      <p:ext uri="{BB962C8B-B14F-4D97-AF65-F5344CB8AC3E}">
        <p14:creationId xmlns:p14="http://schemas.microsoft.com/office/powerpoint/2010/main" val="33272274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43872" cy="4016044"/>
          </a:xfrm>
        </p:spPr>
        <p:txBody>
          <a:bodyPr vert="horz" lIns="91440" tIns="45720" rIns="91440" bIns="45720" rtlCol="0" anchor="b">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2754" y="5586478"/>
            <a:ext cx="9633390" cy="68405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30" name="Slide Number Placeholder 5">
            <a:extLst>
              <a:ext uri="{FF2B5EF4-FFF2-40B4-BE49-F238E27FC236}">
                <a16:creationId xmlns:a16="http://schemas.microsoft.com/office/drawing/2014/main" id="{57C6A260-43E4-A5BD-9313-44FB4C8FD8E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4" name="Footer Placeholder 3">
            <a:extLst>
              <a:ext uri="{FF2B5EF4-FFF2-40B4-BE49-F238E27FC236}">
                <a16:creationId xmlns:a16="http://schemas.microsoft.com/office/drawing/2014/main" id="{66F1631E-53EB-24F5-F76E-4F04521F6DC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29" name="Date Placeholder 3">
            <a:extLst>
              <a:ext uri="{FF2B5EF4-FFF2-40B4-BE49-F238E27FC236}">
                <a16:creationId xmlns:a16="http://schemas.microsoft.com/office/drawing/2014/main" id="{356155AC-04E0-CB97-F010-9D55F5F5B64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817601D0-08EE-4682-8251-778D57A7E59F}" type="datetime1">
              <a:rPr lang="en-US" smtClean="0"/>
              <a:t>3/30/2026</a:t>
            </a:fld>
            <a:endParaRPr lang="en-US">
              <a:latin typeface="+mj-lt"/>
            </a:endParaRPr>
          </a:p>
        </p:txBody>
      </p:sp>
    </p:spTree>
    <p:extLst>
      <p:ext uri="{BB962C8B-B14F-4D97-AF65-F5344CB8AC3E}">
        <p14:creationId xmlns:p14="http://schemas.microsoft.com/office/powerpoint/2010/main" val="323699026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7512" y="1260124"/>
            <a:ext cx="9613392" cy="2978026"/>
          </a:xfrm>
        </p:spPr>
        <p:txBody>
          <a:bodyPr vert="horz" lIns="91440" tIns="45720" rIns="91440" bIns="45720" rtlCol="0" anchor="t">
            <a:normAutofit/>
          </a:bodyPr>
          <a:lstStyle>
            <a:lvl1pPr>
              <a:defRPr lang="en-US" sz="8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67512" y="5596127"/>
            <a:ext cx="7272528" cy="684052"/>
          </a:xfrm>
        </p:spPr>
        <p:txBody>
          <a:bodyPr vert="horz" lIns="91440" tIns="45720" rIns="91440" bIns="45720" rtlCol="0">
            <a:normAutofit/>
          </a:bodyPr>
          <a:lstStyle>
            <a:lvl1pPr marL="0" indent="0">
              <a:buNone/>
              <a:defRPr lang="en-US" sz="2000" dirty="0"/>
            </a:lvl1pPr>
          </a:lstStyle>
          <a:p>
            <a:pPr lvl="0"/>
            <a:r>
              <a:rPr lang="en-US"/>
              <a:t>Click to edit Master subtitle style</a:t>
            </a:r>
          </a:p>
        </p:txBody>
      </p:sp>
      <p:sp>
        <p:nvSpPr>
          <p:cNvPr id="15" name="Slide Number Placeholder 5">
            <a:extLst>
              <a:ext uri="{FF2B5EF4-FFF2-40B4-BE49-F238E27FC236}">
                <a16:creationId xmlns:a16="http://schemas.microsoft.com/office/drawing/2014/main" id="{CCE12327-0DBC-89BC-C60D-F10DD6C51F65}"/>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AD0783AD-1C4D-25CE-23D9-0E1ABAF2680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0079EBF4-5BB8-6610-5CA9-9590C73BE55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9AEA953-F661-4DC3-A0D2-B373BF29D9D6}" type="datetime1">
              <a:rPr lang="en-US" smtClean="0"/>
              <a:t>3/30/2026</a:t>
            </a:fld>
            <a:endParaRPr lang="en-US"/>
          </a:p>
        </p:txBody>
      </p:sp>
    </p:spTree>
    <p:extLst>
      <p:ext uri="{BB962C8B-B14F-4D97-AF65-F5344CB8AC3E}">
        <p14:creationId xmlns:p14="http://schemas.microsoft.com/office/powerpoint/2010/main" val="17497044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59892" y="1260123"/>
            <a:ext cx="10872216" cy="3012032"/>
          </a:xfr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592115"/>
            <a:ext cx="7588155" cy="1688063"/>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Slide Number Placeholder 5">
            <a:extLst>
              <a:ext uri="{FF2B5EF4-FFF2-40B4-BE49-F238E27FC236}">
                <a16:creationId xmlns:a16="http://schemas.microsoft.com/office/drawing/2014/main" id="{FAFE07ED-31D7-7A85-4532-82403B99B04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E5AF8273-94AD-6BE6-8CBB-845CAE6B0C3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4" name="Date Placeholder 3">
            <a:extLst>
              <a:ext uri="{FF2B5EF4-FFF2-40B4-BE49-F238E27FC236}">
                <a16:creationId xmlns:a16="http://schemas.microsoft.com/office/drawing/2014/main" id="{AB0BDEA6-A6F0-73B8-F39C-CD7566F660F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DCAF013-27A5-43A7-9ADC-F67B09F12BCD}" type="datetime1">
              <a:rPr lang="en-US" smtClean="0"/>
              <a:t>3/30/2026</a:t>
            </a:fld>
            <a:endParaRPr lang="en-US"/>
          </a:p>
        </p:txBody>
      </p:sp>
    </p:spTree>
    <p:extLst>
      <p:ext uri="{BB962C8B-B14F-4D97-AF65-F5344CB8AC3E}">
        <p14:creationId xmlns:p14="http://schemas.microsoft.com/office/powerpoint/2010/main" val="18397134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67512" y="1417671"/>
            <a:ext cx="7909560" cy="4906929"/>
          </a:xfrm>
        </p:spPr>
        <p:txBody>
          <a:bodyPr vert="horz" lIns="91440" tIns="45720" rIns="91440" bIns="45720" rtlCol="0" anchor="b">
            <a:normAutofit/>
          </a:bodyPr>
          <a:lstStyle>
            <a:lvl1pPr>
              <a:defRPr lang="en-US" sz="7400" dirty="0">
                <a:solidFill>
                  <a:schemeClr val="tx1"/>
                </a:solidFill>
              </a:defRPr>
            </a:lvl1pPr>
          </a:lstStyle>
          <a:p>
            <a:pPr lvl="0"/>
            <a:r>
              <a:rPr lang="en-US"/>
              <a:t>Section Header</a:t>
            </a:r>
          </a:p>
        </p:txBody>
      </p:sp>
      <p:sp>
        <p:nvSpPr>
          <p:cNvPr id="14" name="Slide Number Placeholder 5">
            <a:extLst>
              <a:ext uri="{FF2B5EF4-FFF2-40B4-BE49-F238E27FC236}">
                <a16:creationId xmlns:a16="http://schemas.microsoft.com/office/drawing/2014/main" id="{5DA50637-A622-7C30-4294-5F1922E2884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3" name="Footer Placeholder 3">
            <a:extLst>
              <a:ext uri="{FF2B5EF4-FFF2-40B4-BE49-F238E27FC236}">
                <a16:creationId xmlns:a16="http://schemas.microsoft.com/office/drawing/2014/main" id="{965AD4B1-7C0F-72F1-2A34-6A72E98A14B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7743094F-E5D5-33D5-ADFF-BFE94FDF5CF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65B2509D-965F-4D5C-AA8C-1314C4C48EBF}" type="datetime1">
              <a:rPr lang="en-US" smtClean="0"/>
              <a:t>3/30/2026</a:t>
            </a:fld>
            <a:endParaRPr lang="en-US">
              <a:latin typeface="+mj-lt"/>
            </a:endParaRPr>
          </a:p>
        </p:txBody>
      </p:sp>
    </p:spTree>
    <p:extLst>
      <p:ext uri="{BB962C8B-B14F-4D97-AF65-F5344CB8AC3E}">
        <p14:creationId xmlns:p14="http://schemas.microsoft.com/office/powerpoint/2010/main" val="37232206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67512" y="4592116"/>
            <a:ext cx="3752088" cy="1688062"/>
          </a:xfrm>
        </p:spPr>
        <p:txBody>
          <a:bodyPr anchor="b">
            <a:normAutofit/>
          </a:bodyPr>
          <a:lstStyle>
            <a:lvl1pPr>
              <a:defRPr sz="7200"/>
            </a:lvl1pPr>
          </a:lstStyle>
          <a:p>
            <a:r>
              <a:rPr lang="en-US"/>
              <a:t>Click to edit Master title style</a:t>
            </a:r>
          </a:p>
        </p:txBody>
      </p:sp>
      <p:sp>
        <p:nvSpPr>
          <p:cNvPr id="12" name="Slide Number Placeholder 5">
            <a:extLst>
              <a:ext uri="{FF2B5EF4-FFF2-40B4-BE49-F238E27FC236}">
                <a16:creationId xmlns:a16="http://schemas.microsoft.com/office/drawing/2014/main" id="{9ED8BA8E-A006-8C0A-F38E-602DF5AF093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A35277B-D24E-0714-C9C2-B2B7094606C6}"/>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0FB8408-E1DE-0075-A836-ACF00DE74CEB}"/>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71648E9-1ACD-47F4-BD5E-FC035F672F21}" type="datetime1">
              <a:rPr lang="en-US" smtClean="0"/>
              <a:t>3/30/2026</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1283188"/>
            <a:ext cx="5897880" cy="4996990"/>
          </a:xfrm>
        </p:spPr>
        <p:txBody>
          <a:bodyPr>
            <a:normAutofit/>
          </a:bodyPr>
          <a:lstStyle>
            <a:lvl1pPr marL="457200" indent="-457200">
              <a:spcAft>
                <a:spcPts val="1200"/>
              </a:spcAft>
              <a:buFont typeface="+mj-lt"/>
              <a:buNone/>
              <a:defRPr sz="2400"/>
            </a:lvl1pPr>
            <a:lvl2pPr marL="685800" indent="-457200">
              <a:spcAft>
                <a:spcPts val="1200"/>
              </a:spcAft>
              <a:buFont typeface="+mj-lt"/>
              <a:buNone/>
              <a:defRPr sz="2000"/>
            </a:lvl2pPr>
            <a:lvl3pPr marL="800100" indent="-342900">
              <a:spcAft>
                <a:spcPts val="1200"/>
              </a:spcAft>
              <a:buFont typeface="+mj-lt"/>
              <a:buNone/>
              <a:defRPr sz="1800"/>
            </a:lvl3pPr>
            <a:lvl4pPr marL="1028700" indent="-342900">
              <a:spcAft>
                <a:spcPts val="1200"/>
              </a:spcAft>
              <a:buFont typeface="+mj-lt"/>
              <a:buNone/>
              <a:defRPr sz="1800"/>
            </a:lvl4pPr>
            <a:lvl5pPr marL="1257300" indent="-342900">
              <a:spcAft>
                <a:spcPts val="1200"/>
              </a:spcAft>
              <a:buFont typeface="+mj-lt"/>
              <a:buNone/>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928968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5641849" y="1260124"/>
            <a:ext cx="5862658" cy="1004010"/>
          </a:xfrm>
        </p:spPr>
        <p:txBody>
          <a:bodyPr anchor="b">
            <a:normAutofit/>
          </a:bodyPr>
          <a:lstStyle>
            <a:lvl1pPr>
              <a:defRPr sz="7200"/>
            </a:lvl1pPr>
          </a:lstStyle>
          <a:p>
            <a:r>
              <a:rPr lang="en-US"/>
              <a:t>Click to edit Master title style</a:t>
            </a:r>
          </a:p>
        </p:txBody>
      </p:sp>
      <p:sp>
        <p:nvSpPr>
          <p:cNvPr id="13" name="Slide Number Placeholder 5">
            <a:extLst>
              <a:ext uri="{FF2B5EF4-FFF2-40B4-BE49-F238E27FC236}">
                <a16:creationId xmlns:a16="http://schemas.microsoft.com/office/drawing/2014/main" id="{7BCE8229-9007-2FAE-541D-CF30EAC420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2004FD0C-EB35-93A6-EC72-0F5DE0E272F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01E1BC1-6226-4EA7-B474-B8325F678C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021C2D-F782-4D42-9559-DD770C4FCA33}" type="datetime1">
              <a:rPr lang="en-US" smtClean="0"/>
              <a:t>3/30/2026</a:t>
            </a:fld>
            <a:endParaRPr lang="en-US"/>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667512" y="1261872"/>
            <a:ext cx="4634315" cy="5004291"/>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641848" y="2568329"/>
            <a:ext cx="5897880" cy="3711850"/>
          </a:xfrm>
        </p:spPr>
        <p:txBody>
          <a:bodyPr>
            <a:normAutofit/>
          </a:bodyPr>
          <a:lstStyle>
            <a:lvl1pPr marL="457200" indent="-457200">
              <a:spcAft>
                <a:spcPts val="600"/>
              </a:spcAft>
              <a:buFont typeface="+mj-lt"/>
              <a:buAutoNum type="arabicPeriod"/>
              <a:defRPr sz="2000"/>
            </a:lvl1pPr>
            <a:lvl2pPr marL="571500" indent="-342900">
              <a:spcAft>
                <a:spcPts val="600"/>
              </a:spcAft>
              <a:buFont typeface="+mj-lt"/>
              <a:buAutoNum type="alphaLcPeriod"/>
              <a:defRPr sz="1800"/>
            </a:lvl2pPr>
            <a:lvl3pPr marL="800100" indent="-342900">
              <a:spcAft>
                <a:spcPts val="600"/>
              </a:spcAft>
              <a:buFont typeface="+mj-lt"/>
              <a:buAutoNum type="romanLcPeriod"/>
              <a:defRPr sz="1600"/>
            </a:lvl3pPr>
            <a:lvl4pPr marL="1028700" indent="-342900">
              <a:spcAft>
                <a:spcPts val="600"/>
              </a:spcAft>
              <a:buFont typeface="+mj-lt"/>
              <a:buAutoNum type="arabicParenR"/>
              <a:defRPr sz="1400"/>
            </a:lvl4pPr>
            <a:lvl5pPr>
              <a:spcAft>
                <a:spcPts val="600"/>
              </a:spcAft>
              <a:buFont typeface="+mj-lt"/>
              <a:buAutoNum type="romanL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0519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95856" y="1580083"/>
            <a:ext cx="8400288" cy="1688061"/>
          </a:xfrm>
        </p:spPr>
        <p:txBody>
          <a:bodyPr anchor="b">
            <a:normAutofit/>
          </a:bodyPr>
          <a:lstStyle>
            <a:lvl1pPr algn="ct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3D88E5CD-667C-25ED-8BCA-A5BE1A8E3EA0}"/>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97D79AB-D4D3-090F-161F-760A912F95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FF089D4-4A77-D29A-52E7-D665AAF4543F}"/>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C08E3F2-FA4C-45C3-B304-C7155F821EF4}" type="datetime1">
              <a:rPr lang="en-US" smtClean="0"/>
              <a:t>3/30/2026</a:t>
            </a:fld>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154680" y="3588104"/>
            <a:ext cx="5897880" cy="1688062"/>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3758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911094" y="1580083"/>
            <a:ext cx="5897881" cy="1688061"/>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C201908F-A131-1AC9-55DC-24F30F3D939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0CFA71DD-9DE1-BEED-E848-60BD2C61C4C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0DD6374B-C852-C9D4-33D1-2CFFC45F7B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8660297-D8F2-43D6-A03C-5CF88A6EFBC3}" type="datetime1">
              <a:rPr lang="en-US" smtClean="0"/>
              <a:t>3/30/2026</a:t>
            </a:fld>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4398263" y="3588103"/>
            <a:ext cx="5897881" cy="20080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937278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2"/>
            <a:ext cx="3425951" cy="3696085"/>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2B83B9E2-E297-4012-1ECB-FA03F04BAF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57704DBE-D116-ED60-D1CF-18F68FE5C20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E4419A51-22C5-527A-E9A2-55754680A4A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4BDE8FE-5F50-4185-919E-FC4EE33352DD}" type="datetime1">
              <a:rPr lang="en-US" smtClean="0"/>
              <a:t>3/30/2026</a:t>
            </a:fld>
            <a:endParaRPr lang="en-US"/>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398263" y="1580082"/>
            <a:ext cx="7126225"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029656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580083"/>
            <a:ext cx="3410711" cy="4700096"/>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1A5310C2-C284-D8C3-9305-365864CDBB4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E9BA3B80-47BF-CB3F-B5FD-9891B8B1B36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C84059C7-F1E0-7CC6-AD88-A02B403DF39E}"/>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9DB681F3-0509-4A81-9DD5-419606C45B5D}" type="datetime1">
              <a:rPr lang="en-US" smtClean="0"/>
              <a:t>3/30/2026</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398264" y="1580083"/>
            <a:ext cx="7126224" cy="47000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80829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2602303"/>
          </a:xfrm>
        </p:spPr>
        <p:txBody>
          <a:bodyPr anchor="t">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97109FC5-1FFE-CF58-7E13-C19F02C3F5C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D778C0-E5EB-44EE-A66D-646756E7A69F}" type="datetime1">
              <a:rPr lang="en-US" smtClean="0"/>
              <a:t>3/30/2026</a:t>
            </a:fld>
            <a:endParaRPr lang="en-US"/>
          </a:p>
        </p:txBody>
      </p:sp>
      <p:sp>
        <p:nvSpPr>
          <p:cNvPr id="3" name="Content Placeholder 7">
            <a:extLst>
              <a:ext uri="{FF2B5EF4-FFF2-40B4-BE49-F238E27FC236}">
                <a16:creationId xmlns:a16="http://schemas.microsoft.com/office/drawing/2014/main" id="{5E5EC60F-1A48-E51E-B856-ADF7D557AF60}"/>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83940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7">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1" y="985802"/>
            <a:ext cx="3410711" cy="5294377"/>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B86EE7AF-7DD3-DC19-6D34-E940BB3523D6}"/>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DBE86BA4-9811-C1B5-796E-C61FA5F0EC5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F968FDB-AE03-25F6-2343-C1F6FC98A6B6}"/>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63A7118-B3C6-4EBA-A0E2-4AEA652F57A1}" type="datetime1">
              <a:rPr lang="en-US" smtClean="0"/>
              <a:t>3/30/2026</a:t>
            </a:fld>
            <a:endParaRPr lang="en-US"/>
          </a:p>
        </p:txBody>
      </p:sp>
      <p:sp>
        <p:nvSpPr>
          <p:cNvPr id="3" name="Content Placeholder 7">
            <a:extLst>
              <a:ext uri="{FF2B5EF4-FFF2-40B4-BE49-F238E27FC236}">
                <a16:creationId xmlns:a16="http://schemas.microsoft.com/office/drawing/2014/main" id="{ED0FE484-E6A5-7D93-A7B2-C71CD2671A71}"/>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5591816"/>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398263" y="1260122"/>
            <a:ext cx="7126225" cy="1004010"/>
          </a:xfrm>
        </p:spPr>
        <p:txBody>
          <a:bodyPr anchor="b">
            <a:normAutofit/>
          </a:bodyPr>
          <a:lstStyle>
            <a:lvl1pPr>
              <a:defRPr sz="4000"/>
            </a:lvl1pPr>
          </a:lstStyle>
          <a:p>
            <a:r>
              <a:rPr lang="en-US"/>
              <a:t>Click to edit Master title style</a:t>
            </a:r>
          </a:p>
        </p:txBody>
      </p:sp>
      <p:sp>
        <p:nvSpPr>
          <p:cNvPr id="12" name="Slide Number Placeholder 5">
            <a:extLst>
              <a:ext uri="{FF2B5EF4-FFF2-40B4-BE49-F238E27FC236}">
                <a16:creationId xmlns:a16="http://schemas.microsoft.com/office/drawing/2014/main" id="{EBF44B22-81A3-5C11-73E6-B955ED9DDEB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E9DF2317-5307-1F2B-B3F1-77031B8F1A44}"/>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D5AAA207-A5C4-56FC-5D30-CD58B934188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89F8195-FAEE-47A9-804C-E84DD4E62923}" type="datetime1">
              <a:rPr lang="en-US" smtClean="0"/>
              <a:t>3/30/2026</a:t>
            </a:fld>
            <a:endParaRPr lang="en-US"/>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667512" y="1260123"/>
            <a:ext cx="3410711" cy="5020056"/>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398265" y="2584093"/>
            <a:ext cx="712622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74387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1"/>
            <a:ext cx="7141464" cy="1004011"/>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A4B5B55D-2B4C-9E36-9E67-3505A733219E}"/>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DBB043B8-CC94-789F-E530-4DF519EEA3F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7" name="Date Placeholder 3">
            <a:extLst>
              <a:ext uri="{FF2B5EF4-FFF2-40B4-BE49-F238E27FC236}">
                <a16:creationId xmlns:a16="http://schemas.microsoft.com/office/drawing/2014/main" id="{FDC335D7-A0F7-BD3D-BF97-982A94656D2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0D3EE2A-95C7-4C56-A79A-AF03B1B5A7C8}" type="datetime1">
              <a:rPr lang="en-US" smtClean="0"/>
              <a:t>3/30/2026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7141464"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1260122"/>
            <a:ext cx="3410712" cy="502005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9193915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154680" y="1260122"/>
            <a:ext cx="8385048" cy="1004010"/>
          </a:xfrm>
        </p:spPr>
        <p:txBody>
          <a:bodyPr anchor="b">
            <a:normAutofit/>
          </a:bodyPr>
          <a:lstStyle>
            <a:lvl1pPr>
              <a:defRPr sz="4000"/>
            </a:lvl1pPr>
          </a:lstStyle>
          <a:p>
            <a:r>
              <a:rPr lang="en-US"/>
              <a:t>Click to edit Master title style</a:t>
            </a:r>
          </a:p>
        </p:txBody>
      </p:sp>
      <p:sp>
        <p:nvSpPr>
          <p:cNvPr id="14" name="Slide Number Placeholder 5">
            <a:extLst>
              <a:ext uri="{FF2B5EF4-FFF2-40B4-BE49-F238E27FC236}">
                <a16:creationId xmlns:a16="http://schemas.microsoft.com/office/drawing/2014/main" id="{DE0EDC41-A2C4-8CCD-B67B-6AC19F5C3EF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2A6FEF80-5427-AC06-FBE6-7B508E000D8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3" name="Date Placeholder 3">
            <a:extLst>
              <a:ext uri="{FF2B5EF4-FFF2-40B4-BE49-F238E27FC236}">
                <a16:creationId xmlns:a16="http://schemas.microsoft.com/office/drawing/2014/main" id="{AD3E4458-96F1-7F5C-6181-D0D27E03167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B9349C3D-A8C4-4AA1-A98E-1056B589D2B7}" type="datetime1">
              <a:rPr lang="en-US" smtClean="0"/>
              <a:t>3/30/2026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1" y="1260123"/>
            <a:ext cx="2167129"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3154680" y="2584094"/>
            <a:ext cx="8369808"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949597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09" y="1261872"/>
            <a:ext cx="8385049" cy="1027074"/>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FB53CBC-C7D5-BE96-42C9-5AAA981879DA}"/>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10EECF8C-0C46-0E43-4558-0F8C402813C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23B3AA0F-2358-6DB4-C617-B03E73D5FFE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726E815-75B0-4614-92F7-BD367E20C4E3}" type="datetime1">
              <a:rPr lang="en-US" smtClean="0"/>
              <a:t>3/30/2026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1" y="2584092"/>
            <a:ext cx="8385048"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9372601" y="1261872"/>
            <a:ext cx="2151888" cy="5018307"/>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5842722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85431" y="1260122"/>
            <a:ext cx="4654297"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1A4D1053-884E-2834-2D03-511FB6195E3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3E831349-76B0-627A-3E4B-D553FAE86551}"/>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A9CCFE9-2B59-7691-C45A-6E839A016DF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3FD556D2-FA47-46C5-A609-377AE88E2EE7}" type="datetime1">
              <a:rPr lang="en-US" smtClean="0"/>
              <a:t>3/30/2026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5897879" cy="5004290"/>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885431" y="2584093"/>
            <a:ext cx="4654297"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30349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4654296" cy="1004010"/>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F00F9C-205B-81C5-6180-2E06739DAD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A0F2BA95-39FC-18B4-5653-76E60E40B8A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D06DFB43-B155-62E3-B572-4F16FC49215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D2E3C2C-8032-4A70-BAC0-53E5F160545E}" type="datetime1">
              <a:rPr lang="en-US" smtClean="0"/>
              <a:t>3/30/2026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3"/>
            <a:ext cx="4654296"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1260122"/>
            <a:ext cx="5880800" cy="50200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5937058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4592116"/>
            <a:ext cx="4974337" cy="168806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A727BF52-DE0B-B350-6511-8DF5414DC78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6389D7D8-FC2E-4190-898F-1892B48FB8DA}" type="datetime1">
              <a:rPr lang="en-US" smtClean="0"/>
              <a:t>3/30/2026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1260123"/>
            <a:ext cx="4951958" cy="3012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129016" y="4272155"/>
            <a:ext cx="3395472" cy="199751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5899073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3"/>
            <a:ext cx="1087221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61ADEBC8-C157-BE2E-7400-E9AB57520178}"/>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76B9F801-2896-6C4E-7B87-B0B8D2692BA9}"/>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9FB95C57-5544-14E7-C212-633EA7147FC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23B81B63-4F4E-4260-AE70-7F34DF91DF77}" type="datetime1">
              <a:rPr lang="en-US" smtClean="0"/>
              <a:t>3/30/2026</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67512" y="2584095"/>
            <a:ext cx="10872216" cy="16880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4592115"/>
            <a:ext cx="10872216" cy="1688064"/>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8661339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29017" y="1260122"/>
            <a:ext cx="3395471"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B3A19B8-D27C-60F2-CCE1-9B2FE208D4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5A1A6486-75F8-1B85-1DC5-D9B9240EEE02}"/>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56EEBDA-EC71-4385-DB53-41C22E785474}"/>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8E95A402-7419-498A-A98C-BC10C9D9E62D}" type="datetime1">
              <a:rPr lang="en-US" smtClean="0"/>
              <a:t>3/30/2026</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667511" y="1260122"/>
            <a:ext cx="714146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29015" y="3588105"/>
            <a:ext cx="3410713"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2129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2"/>
            <a:ext cx="3410710" cy="200802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5FF7B8E-8644-33FB-5A6E-02F11C5542D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06C8FF2C-ECDB-3C80-34C6-03494864778B}"/>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71E01ADE-6A9B-F59C-F74A-6468B6F9CDB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67C6F2A-F4B3-4F44-A388-FF5233ABC527}" type="datetime1">
              <a:rPr lang="en-US" smtClean="0"/>
              <a:t>3/30/2026</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67511" y="3588105"/>
            <a:ext cx="3410711"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4398263" y="1260122"/>
            <a:ext cx="7126225" cy="5020057"/>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31876320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5"/>
            <a:ext cx="4654296" cy="1688063"/>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39A92118-3DF4-2424-85AC-8ED02E2C66C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824FEFCB-BC12-FCF8-8106-AEB614BAD70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6F3F6702-15C0-4E20-444E-5921157E0942}"/>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01B1B67D-B094-4A84-BC89-E29D9EFC45B3}" type="datetime1">
              <a:rPr lang="en-US" smtClean="0"/>
              <a:t>3/30/2026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0122"/>
            <a:ext cx="10887457" cy="3012033"/>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641847" y="4592115"/>
            <a:ext cx="5913121" cy="168806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45306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3572339"/>
            <a:ext cx="3410713" cy="270784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8C29D452-4290-AF7B-A928-BE3D83E3649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99F289CA-951A-9E32-F0F8-4551AB910757}"/>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A4EC5306-39CD-9B46-EF6C-7D0453859F30}"/>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CED1FEB8-BE8B-43F2-985F-302B2C416D66}" type="datetime1">
              <a:rPr lang="en-US" smtClean="0"/>
              <a:t>3/30/2026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1261872"/>
            <a:ext cx="10872216" cy="199225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3588106"/>
            <a:ext cx="7126224" cy="2692074"/>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04364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1" y="1260121"/>
            <a:ext cx="3410712" cy="2008021"/>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C91B962A-9F00-E9C8-C37D-B133691D4453}"/>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2DDF310E-58A5-07FC-4ACF-A497529411D0}"/>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C7C8D897-C374-7A6F-BEED-22F80EF2E11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F127A4B6-6434-4FBE-A6ED-A07EC373AA47}" type="datetime1">
              <a:rPr lang="en-US" smtClean="0"/>
              <a:t>3/30/2026</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398265" y="1260122"/>
            <a:ext cx="7126224" cy="2008021"/>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667512" y="3588106"/>
            <a:ext cx="10872216" cy="2692074"/>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wrap="square">
            <a:noAutofit/>
          </a:bodyPr>
          <a:lstStyle>
            <a:lvl1pPr marL="0" indent="0">
              <a:buNone/>
              <a:defRPr/>
            </a:lvl1pPr>
          </a:lstStyle>
          <a:p>
            <a:r>
              <a:rPr lang="en-US"/>
              <a:t>   </a:t>
            </a:r>
          </a:p>
        </p:txBody>
      </p:sp>
    </p:spTree>
    <p:extLst>
      <p:ext uri="{BB962C8B-B14F-4D97-AF65-F5344CB8AC3E}">
        <p14:creationId xmlns:p14="http://schemas.microsoft.com/office/powerpoint/2010/main" val="5670366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4">
    <p:bg>
      <p:bgRef idx="1001">
        <a:schemeClr val="bg1"/>
      </p:bgRef>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8D190F-4AD9-1493-D6E9-4312C8744ACC}"/>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F900D201-0F2A-159F-0160-00CC1D230D3D}"/>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2" name="Footer Placeholder 3">
            <a:extLst>
              <a:ext uri="{FF2B5EF4-FFF2-40B4-BE49-F238E27FC236}">
                <a16:creationId xmlns:a16="http://schemas.microsoft.com/office/drawing/2014/main" id="{AB7B2F7A-427C-CBDE-5E80-74CCE63A1B9E}"/>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289A2B14-20C4-D5EB-A86B-842E1230DA89}"/>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AB27BDA-AAC0-4DA8-BBDD-04965AEE49AE}" type="datetime1">
              <a:rPr lang="en-US" smtClean="0"/>
              <a:t>3/30/2026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589788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885432" y="2584094"/>
            <a:ext cx="4639056" cy="3696085"/>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89844851"/>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2"/>
            <a:ext cx="10872216" cy="1004009"/>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73A2EAFF-C6B2-37A8-E58D-5D3F3E8DC547}"/>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6E787D6A-B2C4-9067-158A-25EF772947AF}"/>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FCADB45D-F788-D3E9-0EC9-B9A177E8344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58ACD03D-933A-4322-AC92-AD22A072A17A}" type="datetime1">
              <a:rPr lang="en-US" smtClean="0"/>
              <a:t>3/30/2026</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7512" y="2584094"/>
            <a:ext cx="3425952"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71A5194B-746E-D0FD-A7D1-71D10560BCCE}"/>
              </a:ext>
            </a:extLst>
          </p:cNvPr>
          <p:cNvSpPr>
            <a:spLocks noGrp="1"/>
          </p:cNvSpPr>
          <p:nvPr>
            <p:ph type="pic" sz="quarter" idx="13" hasCustomPrompt="1"/>
          </p:nvPr>
        </p:nvSpPr>
        <p:spPr>
          <a:xfrm>
            <a:off x="4398264" y="2584093"/>
            <a:ext cx="7126224" cy="3696085"/>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Tree>
    <p:extLst>
      <p:ext uri="{BB962C8B-B14F-4D97-AF65-F5344CB8AC3E}">
        <p14:creationId xmlns:p14="http://schemas.microsoft.com/office/powerpoint/2010/main" val="21967224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1872"/>
            <a:ext cx="10872216" cy="988243"/>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5BDE8171-69C8-B120-58D4-1407B9848CE2}"/>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B73D389F-7A28-F651-26AB-E5DDD5BC22E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8DF7310-550A-F0CB-F5F2-C221FE5EEC0D}"/>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E3B5C16E-44E5-4BAF-8F36-291C3913D8C8}" type="datetime1">
              <a:rPr lang="en-US" smtClean="0"/>
              <a:t>3/30/2026</a:t>
            </a:fld>
            <a:endParaRPr lang="en-US"/>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667513" y="2584094"/>
            <a:ext cx="4654296" cy="371612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6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a:buNone/>
              <a:defRPr lang="en-US" dirty="0"/>
            </a:lvl1pPr>
          </a:lstStyle>
          <a:p>
            <a:pPr marL="228600" lvl="0" indent="-228600"/>
            <a:r>
              <a:rPr lang="en-US"/>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5641848" y="2584094"/>
            <a:ext cx="5882640" cy="36960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57778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1260124"/>
            <a:ext cx="4654296" cy="1004010"/>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BABAF444-0EFC-B8EE-DF68-7CD4EEBA3A91}"/>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7DBC6452-8FE0-731A-B20B-59CF47CE749A}"/>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1C9BACBF-74CC-DF75-A77E-6C3DBA366648}"/>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FF032E9-B94F-48D6-9953-A37CC3DD361D}" type="datetime1">
              <a:rPr lang="en-US" smtClean="0"/>
              <a:t>3/30/2026</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67512" y="2584094"/>
            <a:ext cx="4654296" cy="3696086"/>
          </a:xfrm>
          <a:blipFill>
            <a:blip r:embed="rId2">
              <a:alphaModFix amt="60000"/>
              <a:extLst>
                <a:ext uri="{28A0092B-C50C-407E-A947-70E740481C1C}">
                  <a14:useLocalDpi xmlns:a14="http://schemas.microsoft.com/office/drawing/2010/main" val="0"/>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641849" y="1260123"/>
            <a:ext cx="5882639" cy="50200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9444779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4592116"/>
            <a:ext cx="3851146" cy="1688062"/>
          </a:xfrm>
        </p:spPr>
        <p:txBody>
          <a:bodyPr anchor="b">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3613FCCC-8ADB-1A41-6DDF-0B695DF18EF3}"/>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3/30/2026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985802"/>
            <a:ext cx="3851146" cy="328616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873752" y="985802"/>
            <a:ext cx="6665976"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64003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2" y="985802"/>
            <a:ext cx="3410710" cy="2692075"/>
          </a:xfrm>
        </p:spPr>
        <p:txBody>
          <a:bodyPr anchor="t">
            <a:normAutofit/>
          </a:bodyPr>
          <a:lstStyle>
            <a:lvl1pPr>
              <a:defRPr sz="4000"/>
            </a:lvl1pPr>
          </a:lstStyle>
          <a:p>
            <a:r>
              <a:rPr lang="en-US"/>
              <a:t>Click to edit Master title style</a:t>
            </a:r>
          </a:p>
        </p:txBody>
      </p:sp>
      <p:sp>
        <p:nvSpPr>
          <p:cNvPr id="13" name="Slide Number Placeholder 5">
            <a:extLst>
              <a:ext uri="{FF2B5EF4-FFF2-40B4-BE49-F238E27FC236}">
                <a16:creationId xmlns:a16="http://schemas.microsoft.com/office/drawing/2014/main" id="{D593EE06-439E-037F-0A22-AA611D80F26C}"/>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3" name="Footer Placeholder 3">
            <a:extLst>
              <a:ext uri="{FF2B5EF4-FFF2-40B4-BE49-F238E27FC236}">
                <a16:creationId xmlns:a16="http://schemas.microsoft.com/office/drawing/2014/main" id="{4237CAFE-8E53-72CD-67ED-D6FF3F989B91}"/>
              </a:ext>
            </a:extLst>
          </p:cNvPr>
          <p:cNvSpPr>
            <a:spLocks noGrp="1"/>
          </p:cNvSpPr>
          <p:nvPr>
            <p:ph type="ftr" sz="quarter" idx="16"/>
          </p:nvPr>
        </p:nvSpPr>
        <p:spPr>
          <a:xfrm>
            <a:off x="934122" y="181066"/>
            <a:ext cx="3144101" cy="365125"/>
          </a:xfrm>
        </p:spPr>
        <p:txBody>
          <a:bodyPr/>
          <a:lstStyle/>
          <a:p>
            <a:r>
              <a:rPr lang="en-US"/>
              <a:t>Presentation title</a:t>
            </a:r>
          </a:p>
        </p:txBody>
      </p:sp>
      <p:sp>
        <p:nvSpPr>
          <p:cNvPr id="12" name="Date Placeholder 3">
            <a:extLst>
              <a:ext uri="{FF2B5EF4-FFF2-40B4-BE49-F238E27FC236}">
                <a16:creationId xmlns:a16="http://schemas.microsoft.com/office/drawing/2014/main" id="{ED966141-9B99-F2D0-A663-3003B791A31C}"/>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20DC4C1-6C99-451D-B95A-6A6C83FBEA90}" type="datetime1">
              <a:rPr lang="en-US" smtClean="0"/>
              <a:t>3/30/2026</a:t>
            </a:fld>
            <a:endParaRPr lang="en-US"/>
          </a:p>
        </p:txBody>
      </p:sp>
      <p:sp>
        <p:nvSpPr>
          <p:cNvPr id="44" name="Picture Placeholder 43">
            <a:extLst>
              <a:ext uri="{FF2B5EF4-FFF2-40B4-BE49-F238E27FC236}">
                <a16:creationId xmlns:a16="http://schemas.microsoft.com/office/drawing/2014/main" id="{35F6B1E0-54AD-E2E3-07CF-89CD66B9EE36}"/>
              </a:ext>
            </a:extLst>
          </p:cNvPr>
          <p:cNvSpPr>
            <a:spLocks noGrp="1"/>
          </p:cNvSpPr>
          <p:nvPr>
            <p:ph type="pic" sz="quarter" idx="15"/>
          </p:nvPr>
        </p:nvSpPr>
        <p:spPr>
          <a:xfrm>
            <a:off x="667512" y="3997837"/>
            <a:ext cx="3410776" cy="2282341"/>
          </a:xfrm>
          <a:blipFill>
            <a:blip r:embed="rId2">
              <a:alphaModFix amt="70000"/>
              <a:extLst>
                <a:ext uri="{28A0092B-C50C-407E-A947-70E740481C1C}">
                  <a14:useLocalDpi xmlns:a14="http://schemas.microsoft.com/office/drawing/2010/main" val="0"/>
                </a:ext>
              </a:extLst>
            </a:blip>
            <a:stretch>
              <a:fillRect/>
            </a:stretch>
          </a:blipFill>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398264" y="985802"/>
            <a:ext cx="7141464" cy="52943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27863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652272" y="4876801"/>
            <a:ext cx="10887456" cy="990598"/>
          </a:xfrm>
        </p:spPr>
        <p:txBody>
          <a:bodyPr anchor="t">
            <a:normAutofit/>
          </a:bodyPr>
          <a:lstStyle>
            <a:lvl1pPr algn="ctr">
              <a:lnSpc>
                <a:spcPct val="110000"/>
              </a:lnSpc>
              <a:defRPr sz="24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1FF8FBE7-CB31-F823-094B-CB9EA8AAF9AF}"/>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2"/>
                </a:solidFill>
                <a:latin typeface="+mj-lt"/>
              </a:defRPr>
            </a:lvl1pPr>
          </a:lstStyle>
          <a:p>
            <a:fld id="{7ECAF3DD-865B-4F9E-8AEE-28157E83B0D8}" type="slidenum">
              <a:rPr lang="en-US" smtClean="0"/>
              <a:pPr/>
              <a:t>‹#›</a:t>
            </a:fld>
            <a:endParaRPr lang="en-US">
              <a:latin typeface="+mj-lt"/>
            </a:endParaRPr>
          </a:p>
        </p:txBody>
      </p:sp>
      <p:sp>
        <p:nvSpPr>
          <p:cNvPr id="4" name="Footer Placeholder 3">
            <a:extLst>
              <a:ext uri="{FF2B5EF4-FFF2-40B4-BE49-F238E27FC236}">
                <a16:creationId xmlns:a16="http://schemas.microsoft.com/office/drawing/2014/main" id="{A55B8BCE-73A3-7CA7-CC58-747C3404C3D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A1BD17B6-3206-38BE-87EC-CD9B9EE33D8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2"/>
                </a:solidFill>
                <a:latin typeface="+mj-lt"/>
              </a:defRPr>
            </a:lvl1pPr>
          </a:lstStyle>
          <a:p>
            <a:fld id="{C6450B90-FA5F-4260-B63F-4293C21AA5D8}" type="datetime1">
              <a:rPr lang="en-US" smtClean="0"/>
              <a:t>3/30/2026</a:t>
            </a:fld>
            <a:endParaRPr lang="en-US">
              <a:latin typeface="+mj-lt"/>
            </a:endParaRPr>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667512" y="1260123"/>
            <a:ext cx="10872216" cy="4001867"/>
          </a:xfrm>
        </p:spPr>
        <p:txBody>
          <a:bodyPr anchor="b">
            <a:normAutofit/>
          </a:bodyPr>
          <a:lstStyle>
            <a:lvl1pPr marL="0" indent="0" algn="ctr">
              <a:lnSpc>
                <a:spcPct val="90000"/>
              </a:lnSpc>
              <a:buNone/>
              <a:defRPr sz="27000" b="0">
                <a:solidFill>
                  <a:schemeClr val="tx1"/>
                </a:solidFill>
                <a:latin typeface="+mj-lt"/>
              </a:defRPr>
            </a:lvl1pPr>
          </a:lstStyle>
          <a:p>
            <a:pPr lvl="0"/>
            <a:r>
              <a:rPr lang="en-US"/>
              <a:t>##%</a:t>
            </a:r>
          </a:p>
        </p:txBody>
      </p:sp>
      <p:cxnSp>
        <p:nvCxnSpPr>
          <p:cNvPr id="3" name="Straight Connector 2">
            <a:extLst>
              <a:ext uri="{FF2B5EF4-FFF2-40B4-BE49-F238E27FC236}">
                <a16:creationId xmlns:a16="http://schemas.microsoft.com/office/drawing/2014/main" id="{EF6D8E38-7B87-F523-02E2-2B25CEB03608}"/>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8485333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7A1B35B-8229-46A8-D790-35535AAFE220}"/>
              </a:ext>
            </a:extLst>
          </p:cNvPr>
          <p:cNvSpPr>
            <a:spLocks noGrp="1"/>
          </p:cNvSpPr>
          <p:nvPr>
            <p:ph type="title"/>
          </p:nvPr>
        </p:nvSpPr>
        <p:spPr>
          <a:xfrm>
            <a:off x="6885432" y="3588103"/>
            <a:ext cx="4654296" cy="1004011"/>
          </a:xfrm>
        </p:spPr>
        <p:txBody>
          <a:bodyPr/>
          <a:lstStyle>
            <a:lvl1pPr>
              <a:defRPr sz="1800">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4C520017-DEED-A8B1-38E4-3D9C706F4DB4}"/>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CEDC55A2-A0E7-BC03-FB67-1AA758AD2B75}"/>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FE5AE077-DF0B-A15B-4A79-30F0A8C231DA}"/>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42AEA91B-A988-4C4E-9746-AA5ABE9BBB3F}" type="datetime1">
              <a:rPr lang="en-US" smtClean="0"/>
              <a:t>3/30/2026</a:t>
            </a:fld>
            <a:endParaRPr lang="en-US"/>
          </a:p>
        </p:txBody>
      </p:sp>
      <p:sp>
        <p:nvSpPr>
          <p:cNvPr id="58" name="Content Placeholder 6">
            <a:extLst>
              <a:ext uri="{FF2B5EF4-FFF2-40B4-BE49-F238E27FC236}">
                <a16:creationId xmlns:a16="http://schemas.microsoft.com/office/drawing/2014/main" id="{0C283261-D09F-D80B-DF02-09F283F54579}"/>
              </a:ext>
            </a:extLst>
          </p:cNvPr>
          <p:cNvSpPr>
            <a:spLocks noGrp="1"/>
          </p:cNvSpPr>
          <p:nvPr>
            <p:ph sz="quarter" idx="13" hasCustomPrompt="1"/>
          </p:nvPr>
        </p:nvSpPr>
        <p:spPr>
          <a:xfrm>
            <a:off x="667512" y="2340333"/>
            <a:ext cx="5897880" cy="2841267"/>
          </a:xfrm>
        </p:spPr>
        <p:txBody>
          <a:bodyPr anchor="b">
            <a:normAutofit/>
          </a:bodyPr>
          <a:lstStyle>
            <a:lvl1pPr marL="0" indent="0" algn="r">
              <a:lnSpc>
                <a:spcPct val="90000"/>
              </a:lnSpc>
              <a:buNone/>
              <a:defRPr sz="18800" b="0">
                <a:solidFill>
                  <a:schemeClr val="tx1"/>
                </a:solidFill>
                <a:latin typeface="+mj-lt"/>
              </a:defRPr>
            </a:lvl1pPr>
          </a:lstStyle>
          <a:p>
            <a:pPr lvl="0"/>
            <a:r>
              <a:rPr lang="en-US"/>
              <a:t>##%</a:t>
            </a:r>
          </a:p>
        </p:txBody>
      </p:sp>
      <p:cxnSp>
        <p:nvCxnSpPr>
          <p:cNvPr id="21" name="Straight Connector 20">
            <a:extLst>
              <a:ext uri="{FF2B5EF4-FFF2-40B4-BE49-F238E27FC236}">
                <a16:creationId xmlns:a16="http://schemas.microsoft.com/office/drawing/2014/main" id="{5F68E3B3-F766-2399-A850-117BB05D38E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15470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Number Large 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66998A46-1881-B476-51CF-DDBA11933195}"/>
              </a:ext>
            </a:extLst>
          </p:cNvPr>
          <p:cNvSpPr>
            <a:spLocks noGrp="1"/>
          </p:cNvSpPr>
          <p:nvPr>
            <p:ph type="title"/>
          </p:nvPr>
        </p:nvSpPr>
        <p:spPr>
          <a:xfrm>
            <a:off x="5105400" y="4953000"/>
            <a:ext cx="6434328" cy="914399"/>
          </a:xfrm>
        </p:spPr>
        <p:txBody>
          <a:bodyPr anchor="b">
            <a:normAutofit/>
          </a:bodyPr>
          <a:lstStyle>
            <a:lvl1pPr algn="r">
              <a:lnSpc>
                <a:spcPct val="110000"/>
              </a:lnSpc>
              <a:defRPr sz="2000" b="0">
                <a:solidFill>
                  <a:schemeClr val="tx1"/>
                </a:solidFill>
                <a:latin typeface="+mn-lt"/>
              </a:defRPr>
            </a:lvl1pPr>
          </a:lstStyle>
          <a:p>
            <a:r>
              <a:rPr lang="en-US"/>
              <a:t>Click to edit Master title style</a:t>
            </a:r>
          </a:p>
        </p:txBody>
      </p:sp>
      <p:sp>
        <p:nvSpPr>
          <p:cNvPr id="12" name="Slide Number Placeholder 5">
            <a:extLst>
              <a:ext uri="{FF2B5EF4-FFF2-40B4-BE49-F238E27FC236}">
                <a16:creationId xmlns:a16="http://schemas.microsoft.com/office/drawing/2014/main" id="{99D111AB-E6BB-B51B-3774-250F8A219559}"/>
              </a:ext>
            </a:extLst>
          </p:cNvPr>
          <p:cNvSpPr>
            <a:spLocks noGrp="1"/>
          </p:cNvSpPr>
          <p:nvPr>
            <p:ph type="sldNum" sz="quarter" idx="4"/>
          </p:nvPr>
        </p:nvSpPr>
        <p:spPr>
          <a:xfrm>
            <a:off x="667512" y="187882"/>
            <a:ext cx="266609" cy="365125"/>
          </a:xfrm>
          <a:prstGeom prst="rect">
            <a:avLst/>
          </a:prstGeom>
        </p:spPr>
        <p:txBody>
          <a:bodyPr lIns="0" rIns="0" anchor="ctr"/>
          <a:lstStyle>
            <a:lvl1pPr>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3">
            <a:extLst>
              <a:ext uri="{FF2B5EF4-FFF2-40B4-BE49-F238E27FC236}">
                <a16:creationId xmlns:a16="http://schemas.microsoft.com/office/drawing/2014/main" id="{2086923B-C836-873F-BA3F-1171CEF3818C}"/>
              </a:ext>
            </a:extLst>
          </p:cNvPr>
          <p:cNvSpPr>
            <a:spLocks noGrp="1"/>
          </p:cNvSpPr>
          <p:nvPr>
            <p:ph type="ftr" sz="quarter" idx="15"/>
          </p:nvPr>
        </p:nvSpPr>
        <p:spPr>
          <a:xfrm>
            <a:off x="934122" y="181066"/>
            <a:ext cx="3144101" cy="365125"/>
          </a:xfrm>
        </p:spPr>
        <p:txBody>
          <a:bodyPr/>
          <a:lstStyle/>
          <a:p>
            <a:r>
              <a:rPr lang="en-US"/>
              <a:t>Presentation title</a:t>
            </a:r>
          </a:p>
        </p:txBody>
      </p:sp>
      <p:sp>
        <p:nvSpPr>
          <p:cNvPr id="11" name="Date Placeholder 3">
            <a:extLst>
              <a:ext uri="{FF2B5EF4-FFF2-40B4-BE49-F238E27FC236}">
                <a16:creationId xmlns:a16="http://schemas.microsoft.com/office/drawing/2014/main" id="{3DD07E36-A89A-C684-334C-95E913FD7AF7}"/>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767A4C6E-5706-496D-877F-B4C57BC6FFA4}" type="datetime1">
              <a:rPr lang="en-US" smtClean="0"/>
              <a:t>3/30/2026</a:t>
            </a:fld>
            <a:endParaRPr lang="en-US"/>
          </a:p>
        </p:txBody>
      </p:sp>
      <p:sp>
        <p:nvSpPr>
          <p:cNvPr id="8" name="Content Placeholder 7">
            <a:extLst>
              <a:ext uri="{FF2B5EF4-FFF2-40B4-BE49-F238E27FC236}">
                <a16:creationId xmlns:a16="http://schemas.microsoft.com/office/drawing/2014/main" id="{0A625DF0-C949-7B52-0DA5-761A193DD143}"/>
              </a:ext>
            </a:extLst>
          </p:cNvPr>
          <p:cNvSpPr>
            <a:spLocks noGrp="1"/>
          </p:cNvSpPr>
          <p:nvPr>
            <p:ph sz="quarter" idx="16" hasCustomPrompt="1"/>
          </p:nvPr>
        </p:nvSpPr>
        <p:spPr>
          <a:xfrm>
            <a:off x="667512" y="1260122"/>
            <a:ext cx="8567928" cy="3321050"/>
          </a:xfrm>
        </p:spPr>
        <p:txBody>
          <a:bodyPr lIns="0" anchor="t"/>
          <a:lstStyle>
            <a:lvl1pPr marL="0" indent="0">
              <a:lnSpc>
                <a:spcPct val="90000"/>
              </a:lnSpc>
              <a:buNone/>
              <a:defRPr sz="27000" baseline="0">
                <a:latin typeface="+mj-lt"/>
              </a:defRPr>
            </a:lvl1pPr>
          </a:lstStyle>
          <a:p>
            <a:pPr lvl="0"/>
            <a:r>
              <a:rPr lang="en-US"/>
              <a:t>##%</a:t>
            </a:r>
          </a:p>
        </p:txBody>
      </p:sp>
      <p:cxnSp>
        <p:nvCxnSpPr>
          <p:cNvPr id="23" name="Straight Connector 22">
            <a:extLst>
              <a:ext uri="{FF2B5EF4-FFF2-40B4-BE49-F238E27FC236}">
                <a16:creationId xmlns:a16="http://schemas.microsoft.com/office/drawing/2014/main" id="{D5CE8610-8DAD-B42F-CE17-9A61CF604E3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685691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Number Large 4">
    <p:bg>
      <p:bgRef idx="1001">
        <a:schemeClr val="bg1"/>
      </p:bgRef>
    </p:bg>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9A1D4649-10A0-CD50-74CC-45C45343A27B}"/>
              </a:ext>
            </a:extLst>
          </p:cNvPr>
          <p:cNvSpPr>
            <a:spLocks noGrp="1"/>
          </p:cNvSpPr>
          <p:nvPr>
            <p:ph type="title"/>
          </p:nvPr>
        </p:nvSpPr>
        <p:spPr>
          <a:xfrm>
            <a:off x="667512" y="1260121"/>
            <a:ext cx="6434328" cy="914399"/>
          </a:xfrm>
        </p:spPr>
        <p:txBody>
          <a:bodyPr anchor="t"/>
          <a:lstStyle>
            <a:lvl1pPr>
              <a:lnSpc>
                <a:spcPct val="110000"/>
              </a:lnSpc>
              <a:defRPr sz="2000">
                <a:latin typeface="+mn-lt"/>
              </a:defRPr>
            </a:lvl1pPr>
          </a:lstStyle>
          <a:p>
            <a:r>
              <a:rPr lang="en-US"/>
              <a:t>Click to edit Master title style</a:t>
            </a:r>
          </a:p>
        </p:txBody>
      </p:sp>
      <p:sp>
        <p:nvSpPr>
          <p:cNvPr id="7" name="Slide Number Placeholder 6">
            <a:extLst>
              <a:ext uri="{FF2B5EF4-FFF2-40B4-BE49-F238E27FC236}">
                <a16:creationId xmlns:a16="http://schemas.microsoft.com/office/drawing/2014/main" id="{1DCF3C09-A143-7C58-8361-A1A30E09BB7E}"/>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3D7C42FF-AD7C-F8F7-C545-16F1396B0414}"/>
              </a:ext>
            </a:extLst>
          </p:cNvPr>
          <p:cNvSpPr>
            <a:spLocks noGrp="1"/>
          </p:cNvSpPr>
          <p:nvPr>
            <p:ph type="ftr" sz="quarter" idx="16"/>
          </p:nvPr>
        </p:nvSpPr>
        <p:spPr/>
        <p:txBody>
          <a:bodyPr/>
          <a:lstStyle/>
          <a:p>
            <a:r>
              <a:rPr lang="en-US"/>
              <a:t>Presentation title</a:t>
            </a:r>
          </a:p>
        </p:txBody>
      </p:sp>
      <p:sp>
        <p:nvSpPr>
          <p:cNvPr id="5" name="Date Placeholder 4">
            <a:extLst>
              <a:ext uri="{FF2B5EF4-FFF2-40B4-BE49-F238E27FC236}">
                <a16:creationId xmlns:a16="http://schemas.microsoft.com/office/drawing/2014/main" id="{270864F6-5492-7E93-732A-79871A38F6A2}"/>
              </a:ext>
            </a:extLst>
          </p:cNvPr>
          <p:cNvSpPr>
            <a:spLocks noGrp="1"/>
          </p:cNvSpPr>
          <p:nvPr>
            <p:ph type="dt" sz="half" idx="15"/>
          </p:nvPr>
        </p:nvSpPr>
        <p:spPr/>
        <p:txBody>
          <a:bodyPr/>
          <a:lstStyle/>
          <a:p>
            <a:fld id="{DEE4FD85-5D6D-4FA4-A373-26EC0F227592}" type="datetime1">
              <a:rPr lang="en-US" smtClean="0"/>
              <a:pPr/>
              <a:t>3/30/2026</a:t>
            </a:fld>
            <a:endParaRPr lang="en-US"/>
          </a:p>
        </p:txBody>
      </p:sp>
      <p:sp>
        <p:nvSpPr>
          <p:cNvPr id="8" name="Content Placeholder 6">
            <a:extLst>
              <a:ext uri="{FF2B5EF4-FFF2-40B4-BE49-F238E27FC236}">
                <a16:creationId xmlns:a16="http://schemas.microsoft.com/office/drawing/2014/main" id="{DF5EC54E-20FB-F3A9-2BC4-1F199E02BBFE}"/>
              </a:ext>
            </a:extLst>
          </p:cNvPr>
          <p:cNvSpPr>
            <a:spLocks noGrp="1"/>
          </p:cNvSpPr>
          <p:nvPr>
            <p:ph sz="quarter" idx="14" hasCustomPrompt="1"/>
          </p:nvPr>
        </p:nvSpPr>
        <p:spPr>
          <a:xfrm>
            <a:off x="667512" y="2867038"/>
            <a:ext cx="10872216" cy="3803080"/>
          </a:xfrm>
        </p:spPr>
        <p:txBody>
          <a:bodyPr anchor="b">
            <a:normAutofit/>
          </a:bodyPr>
          <a:lstStyle>
            <a:lvl1pPr marL="0" indent="0" algn="r">
              <a:lnSpc>
                <a:spcPct val="90000"/>
              </a:lnSpc>
              <a:buNone/>
              <a:defRPr sz="27000" b="0">
                <a:solidFill>
                  <a:schemeClr val="tx1"/>
                </a:solidFill>
                <a:latin typeface="+mj-lt"/>
              </a:defRPr>
            </a:lvl1pPr>
          </a:lstStyle>
          <a:p>
            <a:pPr lvl="0"/>
            <a:r>
              <a:rPr lang="en-US"/>
              <a:t>##%</a:t>
            </a:r>
          </a:p>
        </p:txBody>
      </p:sp>
      <p:cxnSp>
        <p:nvCxnSpPr>
          <p:cNvPr id="2" name="Straight Connector 1">
            <a:extLst>
              <a:ext uri="{FF2B5EF4-FFF2-40B4-BE49-F238E27FC236}">
                <a16:creationId xmlns:a16="http://schemas.microsoft.com/office/drawing/2014/main" id="{0B48B3D8-4B19-BAF5-1D40-0762FE6DB9DE}"/>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391190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sp>
        <p:nvSpPr>
          <p:cNvPr id="6" name="Slide Number Placeholder 5">
            <a:extLst>
              <a:ext uri="{FF2B5EF4-FFF2-40B4-BE49-F238E27FC236}">
                <a16:creationId xmlns:a16="http://schemas.microsoft.com/office/drawing/2014/main" id="{C953C7CD-28CA-A697-2C6E-4988B96F1599}"/>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71FA6BF3-667A-870C-5D19-51619AB6B277}"/>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FD420FB-9218-95EB-46B9-29FD0F851C00}"/>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9" name="Content Placeholder 8">
            <a:extLst>
              <a:ext uri="{FF2B5EF4-FFF2-40B4-BE49-F238E27FC236}">
                <a16:creationId xmlns:a16="http://schemas.microsoft.com/office/drawing/2014/main" id="{B3DC45E6-A328-ED2E-0067-FADFC532E1C0}"/>
              </a:ext>
            </a:extLst>
          </p:cNvPr>
          <p:cNvSpPr>
            <a:spLocks noGrp="1"/>
          </p:cNvSpPr>
          <p:nvPr>
            <p:ph sz="quarter" idx="17" hasCustomPrompt="1"/>
          </p:nvPr>
        </p:nvSpPr>
        <p:spPr>
          <a:xfrm>
            <a:off x="667512" y="2263803"/>
            <a:ext cx="10872216" cy="4016375"/>
          </a:xfrm>
        </p:spPr>
        <p:txBody>
          <a:bodyPr>
            <a:noAutofit/>
          </a:bodyPr>
          <a:lstStyle>
            <a:lvl1pPr marL="0" indent="0">
              <a:lnSpc>
                <a:spcPct val="90000"/>
              </a:lnSpc>
              <a:buNone/>
              <a:defRPr sz="6600" b="1"/>
            </a:lvl1pPr>
            <a:lvl2pPr>
              <a:lnSpc>
                <a:spcPct val="90000"/>
              </a:lnSpc>
              <a:buNone/>
              <a:defRPr sz="6000" b="1"/>
            </a:lvl2pPr>
            <a:lvl3pPr>
              <a:lnSpc>
                <a:spcPct val="90000"/>
              </a:lnSpc>
              <a:buNone/>
              <a:defRPr sz="5400" b="1"/>
            </a:lvl3pPr>
            <a:lvl4pPr>
              <a:lnSpc>
                <a:spcPct val="90000"/>
              </a:lnSpc>
              <a:buNone/>
              <a:defRPr sz="4800" b="1"/>
            </a:lvl4pPr>
            <a:lvl5pPr>
              <a:lnSpc>
                <a:spcPct val="90000"/>
              </a:lnSpc>
              <a:buNone/>
              <a:defRPr sz="44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2401262"/>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32F02D43-D898-074B-2F4A-2E266C52B977}"/>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EFCA496B-7B93-03B1-B65E-BA8867738947}"/>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6D8DF7A4-E0F3-8D7E-0ABC-3BCF9DE309F4}"/>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2584093"/>
            <a:ext cx="7141464" cy="3696085"/>
          </a:xfrm>
        </p:spPr>
        <p:txBody>
          <a:bodyPr anchor="b">
            <a:noAutofit/>
          </a:bodyPr>
          <a:lstStyle>
            <a:lvl1pPr marL="0" indent="0">
              <a:lnSpc>
                <a:spcPct val="80000"/>
              </a:lnSpc>
              <a:buNone/>
              <a:defRPr sz="5400" b="1">
                <a:solidFill>
                  <a:schemeClr val="tx1"/>
                </a:solidFill>
              </a:defRPr>
            </a:lvl1pPr>
            <a:lvl2pPr marL="228600" indent="0">
              <a:lnSpc>
                <a:spcPct val="80000"/>
              </a:lnSpc>
              <a:buNone/>
              <a:defRPr sz="4800" b="1">
                <a:solidFill>
                  <a:schemeClr val="tx1"/>
                </a:solidFill>
              </a:defRPr>
            </a:lvl2pPr>
            <a:lvl3pPr marL="457200" indent="0">
              <a:lnSpc>
                <a:spcPct val="80000"/>
              </a:lnSpc>
              <a:buNone/>
              <a:defRPr sz="4400" b="1">
                <a:solidFill>
                  <a:schemeClr val="tx1"/>
                </a:solidFill>
              </a:defRPr>
            </a:lvl3pPr>
            <a:lvl4pPr marL="685800" indent="0">
              <a:lnSpc>
                <a:spcPct val="80000"/>
              </a:lnSpc>
              <a:buNone/>
              <a:defRPr sz="4000" b="1">
                <a:solidFill>
                  <a:schemeClr val="tx1"/>
                </a:solidFill>
              </a:defRPr>
            </a:lvl4pPr>
            <a:lvl5pPr marL="914400" indent="0">
              <a:lnSpc>
                <a:spcPct val="80000"/>
              </a:lnSpc>
              <a:buNone/>
              <a:defRPr sz="3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32997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26F1BA4B-6C36-0F18-9372-DA7A5F1C85C2}"/>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026092CA-ECA9-8DE8-53B7-CDFBCE831DCE}"/>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5E4674DE-B35B-F149-D476-49F8B87CF1B3}"/>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B2470E04-C92A-571D-EE15-1EA7F7A15C32}"/>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911096" y="1260123"/>
            <a:ext cx="8385048" cy="4336005"/>
          </a:xfrm>
        </p:spPr>
        <p:txBody>
          <a:bodyPr anchor="ctr">
            <a:noAutofit/>
          </a:bodyPr>
          <a:lstStyle>
            <a:lvl1pPr marL="0" indent="0" algn="ctr">
              <a:lnSpc>
                <a:spcPct val="80000"/>
              </a:lnSpc>
              <a:buNone/>
              <a:defRPr sz="5400" b="1"/>
            </a:lvl1pPr>
            <a:lvl2pPr marL="228600" indent="0" algn="ctr">
              <a:lnSpc>
                <a:spcPct val="80000"/>
              </a:lnSpc>
              <a:buNone/>
              <a:defRPr sz="4800" b="1"/>
            </a:lvl2pPr>
            <a:lvl3pPr marL="457200" indent="0" algn="ctr">
              <a:lnSpc>
                <a:spcPct val="80000"/>
              </a:lnSpc>
              <a:buNone/>
              <a:defRPr sz="4400" b="1"/>
            </a:lvl3pPr>
            <a:lvl4pPr marL="685800" indent="0" algn="ctr">
              <a:lnSpc>
                <a:spcPct val="80000"/>
              </a:lnSpc>
              <a:buNone/>
              <a:defRPr sz="4000" b="1"/>
            </a:lvl4pPr>
            <a:lvl5pPr marL="914400" indent="0" algn="ctr">
              <a:lnSpc>
                <a:spcPct val="80000"/>
              </a:lnSpc>
              <a:buNone/>
              <a:defRPr sz="36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056975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cxnSp>
        <p:nvCxnSpPr>
          <p:cNvPr id="23" name="Straight Connector 22">
            <a:extLst>
              <a:ext uri="{FF2B5EF4-FFF2-40B4-BE49-F238E27FC236}">
                <a16:creationId xmlns:a16="http://schemas.microsoft.com/office/drawing/2014/main" id="{79794304-0909-E703-ABD0-A8D3AA1D3CCB}"/>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591B9D34-540A-0829-F717-D8DDCD95ED26}"/>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2DB738BA-7842-B75F-DB1F-0E8B3174D122}"/>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D7DC4253-2B14-9D47-A10A-ABC853ABD5FE}"/>
              </a:ext>
            </a:extLst>
          </p:cNvPr>
          <p:cNvSpPr>
            <a:spLocks noGrp="1"/>
          </p:cNvSpPr>
          <p:nvPr>
            <p:ph type="dt" sz="half" idx="15"/>
          </p:nvPr>
        </p:nvSpPr>
        <p:spPr/>
        <p:txBody>
          <a:bodyPr/>
          <a:lstStyle/>
          <a:p>
            <a:fld id="{DEE4FD85-5D6D-4FA4-A373-26EC0F227592}" type="datetime1">
              <a:rPr lang="en-US" smtClean="0"/>
              <a:pPr/>
              <a:t>3/30/2026</a:t>
            </a:fld>
            <a:endParaRPr lang="en-US"/>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67512" y="1260123"/>
            <a:ext cx="10856976" cy="4378678"/>
          </a:xfrm>
        </p:spPr>
        <p:txBody>
          <a:bodyPr anchor="ctr">
            <a:noAutofit/>
          </a:bodyPr>
          <a:lstStyle>
            <a:lvl1pPr marL="0" indent="0" algn="ctr">
              <a:lnSpc>
                <a:spcPct val="80000"/>
              </a:lnSpc>
              <a:buNone/>
              <a:defRPr sz="6600" b="1">
                <a:solidFill>
                  <a:schemeClr val="tx1"/>
                </a:solidFill>
              </a:defRPr>
            </a:lvl1pPr>
            <a:lvl2pPr marL="228600" indent="0" algn="ctr">
              <a:lnSpc>
                <a:spcPct val="80000"/>
              </a:lnSpc>
              <a:buNone/>
              <a:defRPr sz="6600" b="1">
                <a:solidFill>
                  <a:schemeClr val="tx1"/>
                </a:solidFill>
              </a:defRPr>
            </a:lvl2pPr>
            <a:lvl3pPr marL="457200" indent="0" algn="ctr">
              <a:lnSpc>
                <a:spcPct val="80000"/>
              </a:lnSpc>
              <a:buNone/>
              <a:defRPr sz="6600" b="1">
                <a:solidFill>
                  <a:schemeClr val="tx1"/>
                </a:solidFill>
              </a:defRPr>
            </a:lvl3pPr>
            <a:lvl4pPr marL="685800" indent="0" algn="ctr">
              <a:lnSpc>
                <a:spcPct val="80000"/>
              </a:lnSpc>
              <a:buNone/>
              <a:defRPr sz="6600" b="1">
                <a:solidFill>
                  <a:schemeClr val="tx1"/>
                </a:solidFill>
              </a:defRPr>
            </a:lvl4pPr>
            <a:lvl5pPr marL="914400" indent="0" algn="ctr">
              <a:lnSpc>
                <a:spcPct val="80000"/>
              </a:lnSpc>
              <a:buNone/>
              <a:defRPr sz="6600" b="1">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317737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Statement 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1"/>
                </a:solidFill>
              </a:defRPr>
            </a:lvl1pPr>
          </a:lstStyle>
          <a:p>
            <a:r>
              <a:rPr lang="en-US"/>
              <a:t>Click to edit Master title style</a:t>
            </a:r>
          </a:p>
        </p:txBody>
      </p:sp>
      <p:cxnSp>
        <p:nvCxnSpPr>
          <p:cNvPr id="39" name="Straight Connector 38">
            <a:extLst>
              <a:ext uri="{FF2B5EF4-FFF2-40B4-BE49-F238E27FC236}">
                <a16:creationId xmlns:a16="http://schemas.microsoft.com/office/drawing/2014/main" id="{32339983-4EA3-348A-36E4-6BDF2E720E7F}"/>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D6222C3D-C209-8D3D-CD43-54C045382B94}"/>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D29EE51E-D132-4B65-C82B-431B5CE66259}"/>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DE61169C-A599-D4B1-B140-DEA20B291D67}"/>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67512" y="1260122"/>
            <a:ext cx="10872216" cy="4336005"/>
          </a:xfrm>
        </p:spPr>
        <p:txBody>
          <a:bodyPr vert="horz" lIns="91440" tIns="45720" rIns="91440" bIns="45720" rtlCol="0" anchor="ctr">
            <a:noAutofit/>
          </a:bodyPr>
          <a:lstStyle>
            <a:lvl1pPr marL="0" indent="0" algn="ctr">
              <a:lnSpc>
                <a:spcPct val="80000"/>
              </a:lnSpc>
              <a:buNone/>
              <a:defRPr lang="en-US" sz="6600" b="1" dirty="0"/>
            </a:lvl1pPr>
            <a:lvl2pPr marL="228600" indent="0" algn="ctr">
              <a:lnSpc>
                <a:spcPct val="80000"/>
              </a:lnSpc>
              <a:buNone/>
              <a:defRPr lang="en-US" sz="6000" b="1" dirty="0"/>
            </a:lvl2pPr>
            <a:lvl3pPr marL="457200" indent="0" algn="ctr">
              <a:lnSpc>
                <a:spcPct val="80000"/>
              </a:lnSpc>
              <a:buNone/>
              <a:defRPr lang="en-US" sz="5400" b="1" dirty="0"/>
            </a:lvl3pPr>
            <a:lvl4pPr marL="685800" indent="0" algn="ctr">
              <a:lnSpc>
                <a:spcPct val="80000"/>
              </a:lnSpc>
              <a:buNone/>
              <a:defRPr lang="en-US" sz="4800" b="1" dirty="0"/>
            </a:lvl4pPr>
            <a:lvl5pPr marL="914400" indent="0" algn="ctr">
              <a:lnSpc>
                <a:spcPct val="80000"/>
              </a:lnSpc>
              <a:buNone/>
              <a:defRPr lang="en-US" sz="4400" b="1" dirty="0"/>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6007349"/>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33DBFA62-C703-0AC1-148A-B14C03AEBBCC}"/>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959FB2CD-26DD-138F-E7D5-D99CF92FC046}"/>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CD5DD61F-5499-1F7B-3D4F-C205EDFB346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18BDC4E4-BD80-9BA6-E269-5F53DEFE8EF4}"/>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198875749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64458" y="4955722"/>
            <a:ext cx="8863084" cy="669472"/>
          </a:xfrm>
        </p:spPr>
        <p:txBody>
          <a:bodyPr anchor="ctr">
            <a:normAutofit/>
          </a:bodyPr>
          <a:lstStyle>
            <a:lvl1pPr algn="r">
              <a:lnSpc>
                <a:spcPct val="120000"/>
              </a:lnSpc>
              <a:defRPr sz="2000" spc="0">
                <a:solidFill>
                  <a:schemeClr val="tx1"/>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006AA888-6209-5DDB-D7BD-AFFE2FC73553}"/>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6F431659-F86C-4E1E-BF5A-D3C97715A17E}"/>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51CEEDE5-19B7-1E08-E491-B9E81966AF7B}"/>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66F69BF3-C0E3-D599-94DA-A66273FC81CA}"/>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64458" y="1344168"/>
            <a:ext cx="8863085" cy="3291840"/>
          </a:xfrm>
        </p:spPr>
        <p:txBody>
          <a:bodyPr anchor="ctr">
            <a:normAutofit/>
          </a:bodyPr>
          <a:lstStyle>
            <a:lvl1pPr marL="164592" indent="-164592">
              <a:lnSpc>
                <a:spcPct val="80000"/>
              </a:lnSpc>
              <a:spcBef>
                <a:spcPts val="0"/>
              </a:spcBef>
              <a:buNone/>
              <a:defRPr sz="4800">
                <a:latin typeface="+mj-lt"/>
              </a:defRPr>
            </a:lvl1pPr>
          </a:lstStyle>
          <a:p>
            <a:pPr lvl="0"/>
            <a:r>
              <a:rPr lang="en-US"/>
              <a:t>Click to add Quote</a:t>
            </a:r>
          </a:p>
        </p:txBody>
      </p:sp>
    </p:spTree>
    <p:extLst>
      <p:ext uri="{BB962C8B-B14F-4D97-AF65-F5344CB8AC3E}">
        <p14:creationId xmlns:p14="http://schemas.microsoft.com/office/powerpoint/2010/main" val="4123547850"/>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a:t>Quote Author</a:t>
            </a:r>
          </a:p>
        </p:txBody>
      </p:sp>
      <p:cxnSp>
        <p:nvCxnSpPr>
          <p:cNvPr id="3" name="Straight Connector 2">
            <a:extLst>
              <a:ext uri="{FF2B5EF4-FFF2-40B4-BE49-F238E27FC236}">
                <a16:creationId xmlns:a16="http://schemas.microsoft.com/office/drawing/2014/main" id="{4BEA7269-E0C0-24FF-83AE-918E65572670}"/>
              </a:ext>
            </a:extLst>
          </p:cNvPr>
          <p:cNvCxnSpPr>
            <a:cxnSpLocks/>
          </p:cNvCxnSpPr>
          <p:nvPr userDrawn="1"/>
        </p:nvCxnSpPr>
        <p:spPr>
          <a:xfrm>
            <a:off x="652272" y="6280179"/>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3896EDFB-F0D6-8773-D221-6D97A3A83749}"/>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F472A14C-8640-6C73-0A10-13EC61472A76}"/>
              </a:ext>
            </a:extLst>
          </p:cNvPr>
          <p:cNvSpPr>
            <a:spLocks noGrp="1"/>
          </p:cNvSpPr>
          <p:nvPr>
            <p:ph type="ftr" sz="quarter" idx="15"/>
          </p:nvPr>
        </p:nvSpPr>
        <p:spPr/>
        <p:txBody>
          <a:bodyPr/>
          <a:lstStyle/>
          <a:p>
            <a:r>
              <a:rPr lang="en-US"/>
              <a:t>Presentation title</a:t>
            </a:r>
          </a:p>
        </p:txBody>
      </p:sp>
      <p:sp>
        <p:nvSpPr>
          <p:cNvPr id="4" name="Date Placeholder 3">
            <a:extLst>
              <a:ext uri="{FF2B5EF4-FFF2-40B4-BE49-F238E27FC236}">
                <a16:creationId xmlns:a16="http://schemas.microsoft.com/office/drawing/2014/main" id="{056D7FDF-AAFD-AF9A-6E11-36DE42D52AF2}"/>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80000"/>
              </a:lnSpc>
              <a:spcBef>
                <a:spcPts val="0"/>
              </a:spcBef>
              <a:buNone/>
              <a:defRPr sz="5400">
                <a:latin typeface="+mj-lt"/>
              </a:defRPr>
            </a:lvl1pPr>
          </a:lstStyle>
          <a:p>
            <a:pPr lvl="0"/>
            <a:r>
              <a:rPr lang="en-US"/>
              <a:t>Click to add Quote</a:t>
            </a:r>
          </a:p>
        </p:txBody>
      </p:sp>
    </p:spTree>
    <p:extLst>
      <p:ext uri="{BB962C8B-B14F-4D97-AF65-F5344CB8AC3E}">
        <p14:creationId xmlns:p14="http://schemas.microsoft.com/office/powerpoint/2010/main" val="55831646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65392" y="2584093"/>
            <a:ext cx="4974336"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504DE775-DB75-CB1A-BFE8-78BCAD77D753}"/>
              </a:ext>
            </a:extLst>
          </p:cNvPr>
          <p:cNvSpPr>
            <a:spLocks noGrp="1"/>
          </p:cNvSpPr>
          <p:nvPr>
            <p:ph type="sldNum" sz="quarter" idx="19"/>
          </p:nvPr>
        </p:nvSpPr>
        <p:spPr/>
        <p:txBody>
          <a:body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B8BA12C1-730A-27D0-9441-4063B2F4C8C5}"/>
              </a:ext>
            </a:extLst>
          </p:cNvPr>
          <p:cNvSpPr>
            <a:spLocks noGrp="1"/>
          </p:cNvSpPr>
          <p:nvPr>
            <p:ph type="ftr" sz="quarter" idx="18"/>
          </p:nvPr>
        </p:nvSpPr>
        <p:spPr/>
        <p:txBody>
          <a:bodyPr/>
          <a:lstStyle/>
          <a:p>
            <a:r>
              <a:rPr lang="en-US"/>
              <a:t>Presentation title</a:t>
            </a:r>
          </a:p>
        </p:txBody>
      </p:sp>
      <p:sp>
        <p:nvSpPr>
          <p:cNvPr id="3" name="Date Placeholder 2">
            <a:extLst>
              <a:ext uri="{FF2B5EF4-FFF2-40B4-BE49-F238E27FC236}">
                <a16:creationId xmlns:a16="http://schemas.microsoft.com/office/drawing/2014/main" id="{C9BC83B6-5689-7B78-207A-AE1FEA615FD1}"/>
              </a:ext>
            </a:extLst>
          </p:cNvPr>
          <p:cNvSpPr>
            <a:spLocks noGrp="1"/>
          </p:cNvSpPr>
          <p:nvPr>
            <p:ph type="dt" sz="half" idx="17"/>
          </p:nvPr>
        </p:nvSpPr>
        <p:spPr/>
        <p:txBody>
          <a:bodyPr/>
          <a:lstStyle/>
          <a:p>
            <a:fld id="{DEE4FD85-5D6D-4FA4-A373-26EC0F227592}" type="datetime1">
              <a:rPr lang="en-US" smtClean="0"/>
              <a:pPr/>
              <a:t>3/30/2026</a:t>
            </a:fld>
            <a:endParaRPr lang="en-US"/>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67511" y="2584093"/>
            <a:ext cx="4974337" cy="36960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0391875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8405356D-E1B4-45BE-D7D0-42A7AAB8D79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30D59815-8676-26E4-EA5A-1B1ACFB6E9BD}"/>
              </a:ext>
            </a:extLst>
          </p:cNvPr>
          <p:cNvSpPr>
            <a:spLocks noGrp="1"/>
          </p:cNvSpPr>
          <p:nvPr>
            <p:ph type="sldNum" sz="quarter" idx="19"/>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70E3E38B-0671-3294-31A5-2E4961FF5273}"/>
              </a:ext>
            </a:extLst>
          </p:cNvPr>
          <p:cNvSpPr>
            <a:spLocks noGrp="1"/>
          </p:cNvSpPr>
          <p:nvPr>
            <p:ph type="ftr" sz="quarter" idx="18"/>
          </p:nvPr>
        </p:nvSpPr>
        <p:spPr/>
        <p:txBody>
          <a:bodyPr/>
          <a:lstStyle/>
          <a:p>
            <a:r>
              <a:rPr lang="en-US"/>
              <a:t>Presentation title</a:t>
            </a:r>
          </a:p>
        </p:txBody>
      </p:sp>
      <p:sp>
        <p:nvSpPr>
          <p:cNvPr id="2" name="Date Placeholder 1">
            <a:extLst>
              <a:ext uri="{FF2B5EF4-FFF2-40B4-BE49-F238E27FC236}">
                <a16:creationId xmlns:a16="http://schemas.microsoft.com/office/drawing/2014/main" id="{023455C6-2D37-DA7B-B30D-DEC4B5CFB927}"/>
              </a:ext>
            </a:extLst>
          </p:cNvPr>
          <p:cNvSpPr>
            <a:spLocks noGrp="1"/>
          </p:cNvSpPr>
          <p:nvPr>
            <p:ph type="dt" sz="half" idx="17"/>
          </p:nvPr>
        </p:nvSpPr>
        <p:spPr/>
        <p:txBody>
          <a:bodyPr/>
          <a:lstStyle/>
          <a:p>
            <a:fld id="{DEE4FD85-5D6D-4FA4-A373-26EC0F227592}" type="datetime1">
              <a:rPr lang="en-US" smtClean="0"/>
              <a:pPr/>
              <a:t>3/30/2026</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52272" y="2584094"/>
            <a:ext cx="4989576" cy="665483"/>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67512" y="3569539"/>
            <a:ext cx="4974336" cy="27106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65392" y="2565527"/>
            <a:ext cx="4974336" cy="72118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65392" y="3569538"/>
            <a:ext cx="4974336" cy="27106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834218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9C627C0-7428-BA8A-D0E2-CC8A8D377103}"/>
              </a:ext>
            </a:extLst>
          </p:cNvPr>
          <p:cNvSpPr>
            <a:spLocks noGrp="1"/>
          </p:cNvSpPr>
          <p:nvPr>
            <p:ph type="title"/>
          </p:nvPr>
        </p:nvSpPr>
        <p:spPr>
          <a:xfrm>
            <a:off x="667510" y="1261872"/>
            <a:ext cx="10872217" cy="1033953"/>
          </a:xfrm>
        </p:spPr>
        <p:txBody>
          <a:bodyPr anchor="t">
            <a:normAutofit/>
          </a:bodyPr>
          <a:lstStyle>
            <a:lvl1pPr>
              <a:defRPr sz="4000"/>
            </a:lvl1pPr>
          </a:lstStyle>
          <a:p>
            <a:r>
              <a:rPr lang="en-US"/>
              <a:t>Click to edit Master title style</a:t>
            </a:r>
          </a:p>
        </p:txBody>
      </p:sp>
      <p:sp>
        <p:nvSpPr>
          <p:cNvPr id="4" name="Slide Number Placeholder 3">
            <a:extLst>
              <a:ext uri="{FF2B5EF4-FFF2-40B4-BE49-F238E27FC236}">
                <a16:creationId xmlns:a16="http://schemas.microsoft.com/office/drawing/2014/main" id="{3F3C0BCA-D1D7-CF64-AEC7-33E55DBC4D04}"/>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3" name="Footer Placeholder 2">
            <a:extLst>
              <a:ext uri="{FF2B5EF4-FFF2-40B4-BE49-F238E27FC236}">
                <a16:creationId xmlns:a16="http://schemas.microsoft.com/office/drawing/2014/main" id="{6B9B36D5-9101-EA9F-061C-3EB80ED08A2E}"/>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30FC613A-845B-FD71-729B-17AC533A8AAC}"/>
              </a:ext>
            </a:extLst>
          </p:cNvPr>
          <p:cNvSpPr>
            <a:spLocks noGrp="1"/>
          </p:cNvSpPr>
          <p:nvPr>
            <p:ph type="dt" sz="half" idx="10"/>
          </p:nvPr>
        </p:nvSpPr>
        <p:spPr/>
        <p:txBody>
          <a:bodyPr/>
          <a:lstStyle/>
          <a:p>
            <a:fld id="{DEE4FD85-5D6D-4FA4-A373-26EC0F227592}" type="datetime1">
              <a:rPr lang="en-US" smtClean="0"/>
              <a:pPr/>
              <a:t>3/30/2026</a:t>
            </a:fld>
            <a:endParaRPr lang="en-US"/>
          </a:p>
        </p:txBody>
      </p:sp>
    </p:spTree>
    <p:extLst>
      <p:ext uri="{BB962C8B-B14F-4D97-AF65-F5344CB8AC3E}">
        <p14:creationId xmlns:p14="http://schemas.microsoft.com/office/powerpoint/2010/main" val="15935513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6DE469-E242-00F6-D36A-8C98D6219C51}"/>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3" name="Footer Placeholder 2">
            <a:extLst>
              <a:ext uri="{FF2B5EF4-FFF2-40B4-BE49-F238E27FC236}">
                <a16:creationId xmlns:a16="http://schemas.microsoft.com/office/drawing/2014/main" id="{CD2F422C-D8A7-AE2F-E398-B64591AD4716}"/>
              </a:ext>
            </a:extLst>
          </p:cNvPr>
          <p:cNvSpPr>
            <a:spLocks noGrp="1"/>
          </p:cNvSpPr>
          <p:nvPr>
            <p:ph type="ftr" sz="quarter" idx="11"/>
          </p:nvPr>
        </p:nvSpPr>
        <p:spPr/>
        <p:txBody>
          <a:bodyPr/>
          <a:lstStyle/>
          <a:p>
            <a:r>
              <a:rPr lang="en-US"/>
              <a:t>Presentation title</a:t>
            </a:r>
          </a:p>
        </p:txBody>
      </p:sp>
      <p:sp>
        <p:nvSpPr>
          <p:cNvPr id="2" name="Date Placeholder 1">
            <a:extLst>
              <a:ext uri="{FF2B5EF4-FFF2-40B4-BE49-F238E27FC236}">
                <a16:creationId xmlns:a16="http://schemas.microsoft.com/office/drawing/2014/main" id="{964113CA-1CE1-FE6B-9D3C-9E9AB40F4C3E}"/>
              </a:ext>
            </a:extLst>
          </p:cNvPr>
          <p:cNvSpPr>
            <a:spLocks noGrp="1"/>
          </p:cNvSpPr>
          <p:nvPr>
            <p:ph type="dt" sz="half" idx="10"/>
          </p:nvPr>
        </p:nvSpPr>
        <p:spPr/>
        <p:txBody>
          <a:bodyPr/>
          <a:lstStyle/>
          <a:p>
            <a:fld id="{DEE4FD85-5D6D-4FA4-A373-26EC0F227592}" type="datetime1">
              <a:rPr lang="en-US" smtClean="0"/>
              <a:pPr/>
              <a:t>3/30/2026</a:t>
            </a:fld>
            <a:endParaRPr lang="en-US"/>
          </a:p>
        </p:txBody>
      </p:sp>
    </p:spTree>
    <p:extLst>
      <p:ext uri="{BB962C8B-B14F-4D97-AF65-F5344CB8AC3E}">
        <p14:creationId xmlns:p14="http://schemas.microsoft.com/office/powerpoint/2010/main" val="9299478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67512" y="1260123"/>
            <a:ext cx="4654296" cy="1004010"/>
          </a:xfrm>
        </p:spPr>
        <p:txBody>
          <a:bodyPr anchor="t">
            <a:normAutofit/>
          </a:bodyPr>
          <a:lstStyle>
            <a:lvl1pPr>
              <a:defRPr sz="40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67512" y="2584094"/>
            <a:ext cx="4654296" cy="3696086"/>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641848" y="1260123"/>
            <a:ext cx="5882640" cy="504860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5F561563-9E70-4586-A914-471E339CD19B}"/>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F5A72062-C159-A70C-DAB3-C80E0D341ED8}"/>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DDA7ED0D-2631-05E7-635A-88D81CC3A4D7}"/>
              </a:ext>
            </a:extLst>
          </p:cNvPr>
          <p:cNvSpPr>
            <a:spLocks noGrp="1"/>
          </p:cNvSpPr>
          <p:nvPr>
            <p:ph type="dt" sz="half" idx="10"/>
          </p:nvPr>
        </p:nvSpPr>
        <p:spPr/>
        <p:txBody>
          <a:bodyPr/>
          <a:lstStyle/>
          <a:p>
            <a:fld id="{DEE4FD85-5D6D-4FA4-A373-26EC0F227592}" type="datetime1">
              <a:rPr lang="en-US" smtClean="0"/>
              <a:pPr/>
              <a:t>3/30/2026</a:t>
            </a:fld>
            <a:endParaRPr lang="en-US"/>
          </a:p>
        </p:txBody>
      </p:sp>
    </p:spTree>
    <p:extLst>
      <p:ext uri="{BB962C8B-B14F-4D97-AF65-F5344CB8AC3E}">
        <p14:creationId xmlns:p14="http://schemas.microsoft.com/office/powerpoint/2010/main" val="260715222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67512" y="1260123"/>
            <a:ext cx="3429386" cy="1004011"/>
          </a:xfrm>
        </p:spPr>
        <p:txBody>
          <a:bodyPr anchor="t">
            <a:normAutofit/>
          </a:bodyPr>
          <a:lstStyle>
            <a:lvl1pPr>
              <a:defRPr sz="4000"/>
            </a:lvl1pPr>
          </a:lstStyle>
          <a:p>
            <a:r>
              <a:rPr lang="en-US"/>
              <a:t>Click to edit Master title style</a:t>
            </a:r>
          </a:p>
        </p:txBody>
      </p:sp>
      <p:sp>
        <p:nvSpPr>
          <p:cNvPr id="7" name="Slide Number Placeholder 6">
            <a:extLst>
              <a:ext uri="{FF2B5EF4-FFF2-40B4-BE49-F238E27FC236}">
                <a16:creationId xmlns:a16="http://schemas.microsoft.com/office/drawing/2014/main" id="{BC39AD1E-0BFD-0C6E-EED4-3782FB82483A}"/>
              </a:ext>
            </a:extLst>
          </p:cNvPr>
          <p:cNvSpPr>
            <a:spLocks noGrp="1"/>
          </p:cNvSpPr>
          <p:nvPr>
            <p:ph type="sldNum" sz="quarter" idx="12"/>
          </p:nvPr>
        </p:nvSpPr>
        <p:spPr/>
        <p:txBody>
          <a:bodyPr/>
          <a:lstStyle/>
          <a:p>
            <a:fld id="{7ECAF3DD-865B-4F9E-8AEE-28157E83B0D8}" type="slidenum">
              <a:rPr lang="en-US" smtClean="0"/>
              <a:pPr/>
              <a:t>‹#›</a:t>
            </a:fld>
            <a:endParaRPr lang="en-US"/>
          </a:p>
        </p:txBody>
      </p:sp>
      <p:sp>
        <p:nvSpPr>
          <p:cNvPr id="6" name="Footer Placeholder 5">
            <a:extLst>
              <a:ext uri="{FF2B5EF4-FFF2-40B4-BE49-F238E27FC236}">
                <a16:creationId xmlns:a16="http://schemas.microsoft.com/office/drawing/2014/main" id="{2607554B-B714-3610-BD99-8CAEFA5662C2}"/>
              </a:ext>
            </a:extLst>
          </p:cNvPr>
          <p:cNvSpPr>
            <a:spLocks noGrp="1"/>
          </p:cNvSpPr>
          <p:nvPr>
            <p:ph type="ftr" sz="quarter" idx="11"/>
          </p:nvPr>
        </p:nvSpPr>
        <p:spPr/>
        <p:txBody>
          <a:bodyPr/>
          <a:lstStyle/>
          <a:p>
            <a:r>
              <a:rPr lang="en-US"/>
              <a:t>Presentation title</a:t>
            </a:r>
          </a:p>
        </p:txBody>
      </p:sp>
      <p:sp>
        <p:nvSpPr>
          <p:cNvPr id="5" name="Date Placeholder 4">
            <a:extLst>
              <a:ext uri="{FF2B5EF4-FFF2-40B4-BE49-F238E27FC236}">
                <a16:creationId xmlns:a16="http://schemas.microsoft.com/office/drawing/2014/main" id="{42AFEDF4-9C70-920E-A49D-7787AA6DA023}"/>
              </a:ext>
            </a:extLst>
          </p:cNvPr>
          <p:cNvSpPr>
            <a:spLocks noGrp="1"/>
          </p:cNvSpPr>
          <p:nvPr>
            <p:ph type="dt" sz="half" idx="10"/>
          </p:nvPr>
        </p:nvSpPr>
        <p:spPr/>
        <p:txBody>
          <a:bodyPr/>
          <a:lstStyle/>
          <a:p>
            <a:fld id="{DEE4FD85-5D6D-4FA4-A373-26EC0F227592}" type="datetime1">
              <a:rPr lang="en-US" smtClean="0"/>
              <a:pPr/>
              <a:t>3/30/2026</a:t>
            </a:fld>
            <a:endParaRPr lang="en-US"/>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67511" y="2584094"/>
            <a:ext cx="3410711" cy="3696085"/>
          </a:xfrm>
        </p:spPr>
        <p:txBody>
          <a:bodyPr anchor="b">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4398262" y="1260123"/>
            <a:ext cx="7141465" cy="5020056"/>
          </a:xfrm>
          <a:blipFill>
            <a:blip r:embed="rId2">
              <a:alphaModFix amt="60000"/>
              <a:extLst>
                <a:ext uri="{28A0092B-C50C-407E-A947-70E740481C1C}">
                  <a14:useLocalDpi xmlns:a14="http://schemas.microsoft.com/office/drawing/2010/main" val="0"/>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Tree>
    <p:extLst>
      <p:ext uri="{BB962C8B-B14F-4D97-AF65-F5344CB8AC3E}">
        <p14:creationId xmlns:p14="http://schemas.microsoft.com/office/powerpoint/2010/main" val="418032608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1260121"/>
            <a:ext cx="10856976" cy="2008021"/>
          </a:xfrm>
        </p:spPr>
        <p:txBody>
          <a:bodyPr anchor="b">
            <a:norm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258D07FC-43F1-4E18-580C-3C44320F91FD}"/>
              </a:ext>
            </a:extLst>
          </p:cNvPr>
          <p:cNvSpPr>
            <a:spLocks noGrp="1"/>
          </p:cNvSpPr>
          <p:nvPr>
            <p:ph type="sldNum" sz="quarter" idx="16"/>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C225ABD4-FA73-E749-3EA0-9C6BA20EAC2D}"/>
              </a:ext>
            </a:extLst>
          </p:cNvPr>
          <p:cNvSpPr>
            <a:spLocks noGrp="1"/>
          </p:cNvSpPr>
          <p:nvPr>
            <p:ph type="ftr" sz="quarter" idx="15"/>
          </p:nvPr>
        </p:nvSpPr>
        <p:spPr/>
        <p:txBody>
          <a:bodyPr/>
          <a:lstStyle/>
          <a:p>
            <a:r>
              <a:rPr lang="en-US"/>
              <a:t>Presentation title</a:t>
            </a:r>
          </a:p>
        </p:txBody>
      </p:sp>
      <p:sp>
        <p:nvSpPr>
          <p:cNvPr id="3" name="Date Placeholder 2">
            <a:extLst>
              <a:ext uri="{FF2B5EF4-FFF2-40B4-BE49-F238E27FC236}">
                <a16:creationId xmlns:a16="http://schemas.microsoft.com/office/drawing/2014/main" id="{79A1E3B5-40D2-5FD4-06BA-E77052C7F056}"/>
              </a:ext>
            </a:extLst>
          </p:cNvPr>
          <p:cNvSpPr>
            <a:spLocks noGrp="1"/>
          </p:cNvSpPr>
          <p:nvPr>
            <p:ph type="dt" sz="half" idx="14"/>
          </p:nvPr>
        </p:nvSpPr>
        <p:spPr/>
        <p:txBody>
          <a:bodyPr/>
          <a:lstStyle/>
          <a:p>
            <a:fld id="{DEE4FD85-5D6D-4FA4-A373-26EC0F227592}" type="datetime1">
              <a:rPr lang="en-US" smtClean="0"/>
              <a:pPr/>
              <a:t>3/30/2026</a:t>
            </a:fld>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67511" y="3588104"/>
            <a:ext cx="10856977" cy="2692075"/>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64914159"/>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67512" y="2584093"/>
            <a:ext cx="8375902" cy="1688061"/>
          </a:xfrm>
        </p:spPr>
        <p:txBody>
          <a:bodyPr anchor="b">
            <a:noAutofit/>
          </a:bodyPr>
          <a:lstStyle>
            <a:lvl1pPr>
              <a:defRPr sz="7200"/>
            </a:lvl1pPr>
          </a:lstStyle>
          <a:p>
            <a:r>
              <a:rPr lang="en-US"/>
              <a:t>Click to edit Master title style</a:t>
            </a:r>
          </a:p>
        </p:txBody>
      </p:sp>
      <p:sp>
        <p:nvSpPr>
          <p:cNvPr id="5" name="Slide Number Placeholder 4">
            <a:extLst>
              <a:ext uri="{FF2B5EF4-FFF2-40B4-BE49-F238E27FC236}">
                <a16:creationId xmlns:a16="http://schemas.microsoft.com/office/drawing/2014/main" id="{5E6AA90F-CC56-0B2B-76BD-895A361811F3}"/>
              </a:ext>
            </a:extLst>
          </p:cNvPr>
          <p:cNvSpPr>
            <a:spLocks noGrp="1"/>
          </p:cNvSpPr>
          <p:nvPr>
            <p:ph type="sldNum" sz="quarter" idx="17"/>
          </p:nvPr>
        </p:nvSpPr>
        <p:spPr/>
        <p:txBody>
          <a:bodyPr/>
          <a:lstStyle/>
          <a:p>
            <a:fld id="{7ECAF3DD-865B-4F9E-8AEE-28157E83B0D8}" type="slidenum">
              <a:rPr lang="en-US" smtClean="0"/>
              <a:pPr/>
              <a:t>‹#›</a:t>
            </a:fld>
            <a:endParaRPr lang="en-US"/>
          </a:p>
        </p:txBody>
      </p:sp>
      <p:sp>
        <p:nvSpPr>
          <p:cNvPr id="4" name="Footer Placeholder 3">
            <a:extLst>
              <a:ext uri="{FF2B5EF4-FFF2-40B4-BE49-F238E27FC236}">
                <a16:creationId xmlns:a16="http://schemas.microsoft.com/office/drawing/2014/main" id="{CF8B045D-0D5B-3227-835A-58CF4E811909}"/>
              </a:ext>
            </a:extLst>
          </p:cNvPr>
          <p:cNvSpPr>
            <a:spLocks noGrp="1"/>
          </p:cNvSpPr>
          <p:nvPr>
            <p:ph type="ftr" sz="quarter" idx="16"/>
          </p:nvPr>
        </p:nvSpPr>
        <p:spPr/>
        <p:txBody>
          <a:bodyPr/>
          <a:lstStyle/>
          <a:p>
            <a:r>
              <a:rPr lang="en-US"/>
              <a:t>Presentation title</a:t>
            </a:r>
          </a:p>
        </p:txBody>
      </p:sp>
      <p:sp>
        <p:nvSpPr>
          <p:cNvPr id="3" name="Date Placeholder 2">
            <a:extLst>
              <a:ext uri="{FF2B5EF4-FFF2-40B4-BE49-F238E27FC236}">
                <a16:creationId xmlns:a16="http://schemas.microsoft.com/office/drawing/2014/main" id="{67A6090A-D950-230B-F6B3-C5035C3CEACF}"/>
              </a:ext>
            </a:extLst>
          </p:cNvPr>
          <p:cNvSpPr>
            <a:spLocks noGrp="1"/>
          </p:cNvSpPr>
          <p:nvPr>
            <p:ph type="dt" sz="half" idx="15"/>
          </p:nvPr>
        </p:nvSpPr>
        <p:spPr/>
        <p:txBody>
          <a:bodyPr/>
          <a:lstStyle/>
          <a:p>
            <a:fld id="{DEE4FD85-5D6D-4FA4-A373-26EC0F227592}" type="datetime1">
              <a:rPr lang="en-US" smtClean="0"/>
              <a:pPr/>
              <a:t>3/30/2026</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67512" y="4592115"/>
            <a:ext cx="8385048" cy="1688063"/>
          </a:xfrm>
        </p:spPr>
        <p:txBody>
          <a:bodyPr>
            <a:normAutofit/>
          </a:bodyPr>
          <a:lstStyle>
            <a:lvl1pPr marL="0" indent="0">
              <a:buNone/>
              <a:defRPr sz="1400"/>
            </a:lvl1pPr>
            <a:lvl2pPr marL="228600" indent="0">
              <a:buNone/>
              <a:defRPr sz="1200"/>
            </a:lvl2pPr>
            <a:lvl3pPr marL="457200" indent="0">
              <a:buNone/>
              <a:defRPr sz="11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6265256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67512" y="1260121"/>
            <a:ext cx="10872216" cy="1004011"/>
          </a:xfrm>
          <a:prstGeom prst="rect">
            <a:avLst/>
          </a:prstGeom>
        </p:spPr>
        <p:txBody>
          <a:bodyPr vert="horz" lIns="91440" tIns="45720" rIns="91440" bIns="45720" rtlCol="0" anchor="b">
            <a:normAutofit/>
          </a:bodyPr>
          <a:lstStyle/>
          <a:p>
            <a:r>
              <a:rPr lang="en-US"/>
              <a:t>Click to edit Master title style</a:t>
            </a:r>
          </a:p>
        </p:txBody>
      </p:sp>
      <p:sp>
        <p:nvSpPr>
          <p:cNvPr id="29" name="Slide Number Placeholder 5">
            <a:extLst>
              <a:ext uri="{FF2B5EF4-FFF2-40B4-BE49-F238E27FC236}">
                <a16:creationId xmlns:a16="http://schemas.microsoft.com/office/drawing/2014/main" id="{87E7F9E7-BD7C-7BD1-18C4-D0670D6F7056}"/>
              </a:ext>
            </a:extLst>
          </p:cNvPr>
          <p:cNvSpPr>
            <a:spLocks noGrp="1"/>
          </p:cNvSpPr>
          <p:nvPr>
            <p:ph type="sldNum" sz="quarter" idx="4"/>
          </p:nvPr>
        </p:nvSpPr>
        <p:spPr>
          <a:xfrm>
            <a:off x="667512" y="187882"/>
            <a:ext cx="266609" cy="365125"/>
          </a:xfrm>
          <a:prstGeom prst="rect">
            <a:avLst/>
          </a:prstGeom>
        </p:spPr>
        <p:txBody>
          <a:bodyPr lIns="0" rIns="0" anchor="ctr"/>
          <a:lstStyle>
            <a:lvl1pPr algn="l" rtl="0">
              <a:defRPr sz="900" b="1">
                <a:solidFill>
                  <a:schemeClr val="tx1"/>
                </a:solidFill>
                <a:latin typeface="+mj-lt"/>
              </a:defRPr>
            </a:lvl1pPr>
          </a:lstStyle>
          <a:p>
            <a:fld id="{7ECAF3DD-865B-4F9E-8AEE-28157E83B0D8}" type="slidenum">
              <a:rPr lang="en-US" smtClean="0"/>
              <a:pPr/>
              <a:t>‹#›</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934122" y="181066"/>
            <a:ext cx="3144101" cy="365125"/>
          </a:xfrm>
          <a:prstGeom prst="rect">
            <a:avLst/>
          </a:prstGeom>
        </p:spPr>
        <p:txBody>
          <a:bodyPr vert="horz" lIns="91440" tIns="45720" rIns="91440" bIns="45720" rtlCol="0" anchor="ctr"/>
          <a:lstStyle>
            <a:lvl1pPr algn="l" rtl="0">
              <a:defRPr sz="900">
                <a:solidFill>
                  <a:schemeClr val="tx1"/>
                </a:solidFill>
                <a:latin typeface="+mj-lt"/>
              </a:defRPr>
            </a:lvl1pPr>
          </a:lstStyle>
          <a:p>
            <a:r>
              <a:rPr lang="en-US"/>
              <a:t>Presentation title</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9337084" y="181004"/>
            <a:ext cx="2202644" cy="365125"/>
          </a:xfrm>
          <a:prstGeom prst="rect">
            <a:avLst/>
          </a:prstGeom>
        </p:spPr>
        <p:txBody>
          <a:bodyPr vert="horz" lIns="0" tIns="45720" rIns="0" bIns="45720" rtlCol="0" anchor="ctr"/>
          <a:lstStyle>
            <a:lvl1pPr algn="r" rtl="0">
              <a:defRPr sz="900">
                <a:solidFill>
                  <a:schemeClr val="tx1"/>
                </a:solidFill>
                <a:latin typeface="+mj-lt"/>
              </a:defRPr>
            </a:lvl1pPr>
          </a:lstStyle>
          <a:p>
            <a:fld id="{DEE4FD85-5D6D-4FA4-A373-26EC0F227592}" type="datetime1">
              <a:rPr lang="en-US" smtClean="0"/>
              <a:pPr/>
              <a:t>3/30/2026</a:t>
            </a:fld>
            <a:endParaRPr lang="en-US"/>
          </a:p>
        </p:txBody>
      </p:sp>
      <p:cxnSp>
        <p:nvCxnSpPr>
          <p:cNvPr id="26" name="Straight Connector 25">
            <a:extLst>
              <a:ext uri="{FF2B5EF4-FFF2-40B4-BE49-F238E27FC236}">
                <a16:creationId xmlns:a16="http://schemas.microsoft.com/office/drawing/2014/main" id="{BE2FCF00-BAB5-9903-A021-C98277BB5056}"/>
              </a:ext>
            </a:extLst>
          </p:cNvPr>
          <p:cNvCxnSpPr>
            <a:cxnSpLocks/>
          </p:cNvCxnSpPr>
          <p:nvPr userDrawn="1"/>
        </p:nvCxnSpPr>
        <p:spPr>
          <a:xfrm>
            <a:off x="652272" y="567605"/>
            <a:ext cx="108874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67512" y="2584094"/>
            <a:ext cx="10856976" cy="369608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19815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Lst>
  <p:hf hdr="0"/>
  <p:txStyles>
    <p:titleStyle>
      <a:lvl1pPr algn="l" defTabSz="914400" rtl="0" eaLnBrk="1" latinLnBrk="0" hangingPunct="1">
        <a:lnSpc>
          <a:spcPct val="80000"/>
        </a:lnSpc>
        <a:spcBef>
          <a:spcPct val="0"/>
        </a:spcBef>
        <a:buNone/>
        <a:defRPr sz="2800" b="0" kern="1200" spc="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9" orient="horz" pos="2160">
          <p15:clr>
            <a:srgbClr val="F26B43"/>
          </p15:clr>
        </p15:guide>
        <p15:guide id="20" pos="3840">
          <p15:clr>
            <a:srgbClr val="F26B43"/>
          </p15:clr>
        </p15:guide>
        <p15:guide id="21" pos="7296">
          <p15:clr>
            <a:srgbClr val="F26B43"/>
          </p15:clr>
        </p15:guide>
        <p15:guide id="22"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White arrows painted on the asphalt">
            <a:extLst>
              <a:ext uri="{FF2B5EF4-FFF2-40B4-BE49-F238E27FC236}">
                <a16:creationId xmlns:a16="http://schemas.microsoft.com/office/drawing/2014/main" id="{DDE3A9EC-9248-F9D3-9094-61745A4A2371}"/>
              </a:ext>
            </a:extLst>
          </p:cNvPr>
          <p:cNvPicPr>
            <a:picLocks noChangeAspect="1"/>
          </p:cNvPicPr>
          <p:nvPr/>
        </p:nvPicPr>
        <p:blipFill>
          <a:blip r:embed="rId3"/>
          <a:srcRect r="-2" b="15230"/>
          <a:stretch>
            <a:fillRect/>
          </a:stretch>
        </p:blipFill>
        <p:spPr>
          <a:xfrm>
            <a:off x="20" y="10"/>
            <a:ext cx="12191980" cy="6857990"/>
          </a:xfrm>
          <a:custGeom>
            <a:avLst/>
            <a:gdLst>
              <a:gd name="csX0" fmla="*/ 650748 w 12192000"/>
              <a:gd name="csY0" fmla="*/ 557784 h 6858000"/>
              <a:gd name="csX1" fmla="*/ 650748 w 12192000"/>
              <a:gd name="csY1" fmla="*/ 566928 h 6858000"/>
              <a:gd name="csX2" fmla="*/ 11541252 w 12192000"/>
              <a:gd name="csY2" fmla="*/ 566928 h 6858000"/>
              <a:gd name="csX3" fmla="*/ 11541252 w 12192000"/>
              <a:gd name="csY3" fmla="*/ 557784 h 6858000"/>
              <a:gd name="csX4" fmla="*/ 0 w 12192000"/>
              <a:gd name="csY4" fmla="*/ 0 h 6858000"/>
              <a:gd name="csX5" fmla="*/ 12192000 w 12192000"/>
              <a:gd name="csY5" fmla="*/ 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650748" y="557784"/>
                </a:moveTo>
                <a:lnTo>
                  <a:pt x="650748" y="566928"/>
                </a:lnTo>
                <a:lnTo>
                  <a:pt x="11541252" y="566928"/>
                </a:lnTo>
                <a:lnTo>
                  <a:pt x="11541252" y="557784"/>
                </a:lnTo>
                <a:close/>
                <a:moveTo>
                  <a:pt x="0" y="0"/>
                </a:moveTo>
                <a:lnTo>
                  <a:pt x="12192000" y="0"/>
                </a:lnTo>
                <a:lnTo>
                  <a:pt x="12192000" y="6858000"/>
                </a:lnTo>
                <a:lnTo>
                  <a:pt x="0" y="6858000"/>
                </a:lnTo>
                <a:close/>
              </a:path>
            </a:pathLst>
          </a:custGeom>
          <a:noFill/>
        </p:spPr>
      </p:pic>
      <p:sp>
        <p:nvSpPr>
          <p:cNvPr id="2" name="Title 1">
            <a:extLst>
              <a:ext uri="{FF2B5EF4-FFF2-40B4-BE49-F238E27FC236}">
                <a16:creationId xmlns:a16="http://schemas.microsoft.com/office/drawing/2014/main" id="{45CF1D22-7272-2D57-9AA5-759234B1987F}"/>
              </a:ext>
            </a:extLst>
          </p:cNvPr>
          <p:cNvSpPr>
            <a:spLocks noGrp="1"/>
          </p:cNvSpPr>
          <p:nvPr>
            <p:ph type="ctrTitle"/>
          </p:nvPr>
        </p:nvSpPr>
        <p:spPr>
          <a:xfrm>
            <a:off x="0" y="3429000"/>
            <a:ext cx="12192000" cy="2159828"/>
          </a:xfrm>
        </p:spPr>
        <p:txBody>
          <a:bodyPr anchor="b">
            <a:normAutofit/>
          </a:bodyPr>
          <a:lstStyle/>
          <a:p>
            <a:r>
              <a:rPr lang="en-US"/>
              <a:t>AI, Ethics, and Business Decision-Making</a:t>
            </a:r>
          </a:p>
        </p:txBody>
      </p:sp>
      <p:sp>
        <p:nvSpPr>
          <p:cNvPr id="12" name="Subtitle 3">
            <a:extLst>
              <a:ext uri="{FF2B5EF4-FFF2-40B4-BE49-F238E27FC236}">
                <a16:creationId xmlns:a16="http://schemas.microsoft.com/office/drawing/2014/main" id="{9CF5C16E-9A05-E818-9854-AEF19035489C}"/>
              </a:ext>
            </a:extLst>
          </p:cNvPr>
          <p:cNvSpPr>
            <a:spLocks noGrp="1"/>
          </p:cNvSpPr>
          <p:nvPr>
            <p:ph type="subTitle" idx="1"/>
          </p:nvPr>
        </p:nvSpPr>
        <p:spPr>
          <a:xfrm>
            <a:off x="0" y="5577334"/>
            <a:ext cx="12192000" cy="1271522"/>
          </a:xfrm>
        </p:spPr>
        <p:txBody>
          <a:bodyPr/>
          <a:lstStyle/>
          <a:p>
            <a:r>
              <a:rPr lang="en-US"/>
              <a:t>By: Joshua Zimmerman-Gibson</a:t>
            </a:r>
          </a:p>
          <a:p>
            <a:r>
              <a:rPr lang="en-US"/>
              <a:t>3/30/2026</a:t>
            </a:r>
          </a:p>
        </p:txBody>
      </p:sp>
      <p:sp>
        <p:nvSpPr>
          <p:cNvPr id="4" name="Slide Number Placeholder 3">
            <a:extLst>
              <a:ext uri="{FF2B5EF4-FFF2-40B4-BE49-F238E27FC236}">
                <a16:creationId xmlns:a16="http://schemas.microsoft.com/office/drawing/2014/main" id="{3E8FC627-F648-A3AF-2244-244111466D1B}"/>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1</a:t>
            </a:fld>
            <a:endParaRPr lang="en-US"/>
          </a:p>
        </p:txBody>
      </p:sp>
      <p:sp>
        <p:nvSpPr>
          <p:cNvPr id="14" name="Footer Placeholder 5">
            <a:extLst>
              <a:ext uri="{FF2B5EF4-FFF2-40B4-BE49-F238E27FC236}">
                <a16:creationId xmlns:a16="http://schemas.microsoft.com/office/drawing/2014/main" id="{8DAD9D3B-2D0B-02BE-4C20-A82C37249DC6}"/>
              </a:ext>
            </a:extLst>
          </p:cNvPr>
          <p:cNvSpPr>
            <a:spLocks noGrp="1"/>
          </p:cNvSpPr>
          <p:nvPr>
            <p:ph type="ftr" sz="quarter" idx="15"/>
          </p:nvPr>
        </p:nvSpPr>
        <p:spPr>
          <a:xfrm>
            <a:off x="934122" y="181066"/>
            <a:ext cx="3144101" cy="365125"/>
          </a:xfrm>
        </p:spPr>
        <p:txBody>
          <a:bodyPr/>
          <a:lstStyle/>
          <a:p>
            <a:pPr>
              <a:spcAft>
                <a:spcPts val="600"/>
              </a:spcAft>
            </a:pPr>
            <a:r>
              <a:rPr lang="en-US"/>
              <a:t>Presentation title</a:t>
            </a:r>
          </a:p>
        </p:txBody>
      </p:sp>
      <p:sp>
        <p:nvSpPr>
          <p:cNvPr id="6" name="Date Placeholder 5">
            <a:extLst>
              <a:ext uri="{FF2B5EF4-FFF2-40B4-BE49-F238E27FC236}">
                <a16:creationId xmlns:a16="http://schemas.microsoft.com/office/drawing/2014/main" id="{3185F4E3-1B20-5293-438B-59493EDB4EDB}"/>
              </a:ext>
            </a:extLst>
          </p:cNvPr>
          <p:cNvSpPr>
            <a:spLocks noGrp="1"/>
          </p:cNvSpPr>
          <p:nvPr>
            <p:ph type="dt" sz="half" idx="2"/>
          </p:nvPr>
        </p:nvSpPr>
        <p:spPr>
          <a:xfrm>
            <a:off x="9337084" y="181004"/>
            <a:ext cx="2202644" cy="365125"/>
          </a:xfrm>
        </p:spPr>
        <p:txBody>
          <a:bodyPr anchor="ctr">
            <a:normAutofit/>
          </a:bodyPr>
          <a:lstStyle/>
          <a:p>
            <a:pPr>
              <a:spcAft>
                <a:spcPts val="600"/>
              </a:spcAft>
            </a:pPr>
            <a:fld id="{817601D0-08EE-4682-8251-778D57A7E59F}" type="datetime1">
              <a:rPr lang="en-US" smtClean="0"/>
              <a:pPr>
                <a:spcAft>
                  <a:spcPts val="600"/>
                </a:spcAft>
              </a:pPr>
              <a:t>3/30/2026</a:t>
            </a:fld>
            <a:endParaRPr lang="en-US"/>
          </a:p>
        </p:txBody>
      </p:sp>
    </p:spTree>
    <p:extLst>
      <p:ext uri="{BB962C8B-B14F-4D97-AF65-F5344CB8AC3E}">
        <p14:creationId xmlns:p14="http://schemas.microsoft.com/office/powerpoint/2010/main" val="3140674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070B3-E33A-1748-AAA5-FEB93226EE6C}"/>
              </a:ext>
            </a:extLst>
          </p:cNvPr>
          <p:cNvSpPr>
            <a:spLocks noGrp="1"/>
          </p:cNvSpPr>
          <p:nvPr>
            <p:ph type="title"/>
          </p:nvPr>
        </p:nvSpPr>
        <p:spPr>
          <a:xfrm>
            <a:off x="667512" y="1260124"/>
            <a:ext cx="4654296" cy="1004010"/>
          </a:xfrm>
        </p:spPr>
        <p:txBody>
          <a:bodyPr anchor="t">
            <a:normAutofit/>
          </a:bodyPr>
          <a:lstStyle/>
          <a:p>
            <a:r>
              <a:rPr lang="en-US" sz="2500"/>
              <a:t>Role of Artificial Intelligence in Modern Business Decisions</a:t>
            </a:r>
          </a:p>
        </p:txBody>
      </p:sp>
      <p:sp>
        <p:nvSpPr>
          <p:cNvPr id="4" name="Slide Number Placeholder 3">
            <a:extLst>
              <a:ext uri="{FF2B5EF4-FFF2-40B4-BE49-F238E27FC236}">
                <a16:creationId xmlns:a16="http://schemas.microsoft.com/office/drawing/2014/main" id="{E036107F-8A78-1D21-6CBE-D78B6CA87056}"/>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2</a:t>
            </a:fld>
            <a:endParaRPr lang="en-US"/>
          </a:p>
        </p:txBody>
      </p:sp>
      <p:sp>
        <p:nvSpPr>
          <p:cNvPr id="6" name="Date Placeholder 5">
            <a:extLst>
              <a:ext uri="{FF2B5EF4-FFF2-40B4-BE49-F238E27FC236}">
                <a16:creationId xmlns:a16="http://schemas.microsoft.com/office/drawing/2014/main" id="{96265FD0-9182-8D72-1476-E37717F1E6E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pic>
        <p:nvPicPr>
          <p:cNvPr id="8" name="Content Placeholder 7" descr="3D DNA object with circuit lines connections in blue background with copy space.">
            <a:extLst>
              <a:ext uri="{FF2B5EF4-FFF2-40B4-BE49-F238E27FC236}">
                <a16:creationId xmlns:a16="http://schemas.microsoft.com/office/drawing/2014/main" id="{7D3C7FB5-A45E-46ED-B514-4E593E9833F5}"/>
              </a:ext>
            </a:extLst>
          </p:cNvPr>
          <p:cNvPicPr>
            <a:picLocks noGrp="1" noChangeAspect="1"/>
          </p:cNvPicPr>
          <p:nvPr>
            <p:ph type="pic" sz="quarter" idx="13"/>
          </p:nvPr>
        </p:nvPicPr>
        <p:blipFill>
          <a:blip r:embed="rId3"/>
          <a:srcRect l="20550" r="16486" b="-2"/>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34458275-C1E9-BE6B-4840-1B93FF50522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AI Enhances Data Analysis</a:t>
            </a:r>
          </a:p>
          <a:p>
            <a:pPr marL="0" lvl="1" indent="0">
              <a:buFont typeface="Arial" panose="020B0604020202020204" pitchFamily="34" charset="0"/>
              <a:buNone/>
            </a:pPr>
            <a:r>
              <a:t>AI and machine learning enable fast, large-scale data analysis to generate valuable business insights and improve decision accuracy.</a:t>
            </a:r>
            <a:endParaRPr lang="en-US"/>
          </a:p>
          <a:p>
            <a:pPr marL="0" indent="0">
              <a:spcBef>
                <a:spcPts val="2500"/>
              </a:spcBef>
              <a:buFont typeface="Arial" panose="020B0604020202020204" pitchFamily="34" charset="0"/>
              <a:buNone/>
            </a:pPr>
            <a:r>
              <a:rPr lang="en-US" b="1"/>
              <a:t>Automation of Decisions</a:t>
            </a:r>
          </a:p>
          <a:p>
            <a:pPr marL="0" lvl="1" indent="0">
              <a:buFont typeface="Arial" panose="020B0604020202020204" pitchFamily="34" charset="0"/>
              <a:buNone/>
            </a:pPr>
            <a:r>
              <a:t>AI automates repetitive business decisions like transaction approvals and lead prioritization, boosting efficiency.</a:t>
            </a:r>
            <a:endParaRPr lang="en-US"/>
          </a:p>
          <a:p>
            <a:pPr marL="0" indent="0">
              <a:spcBef>
                <a:spcPts val="2500"/>
              </a:spcBef>
              <a:buFont typeface="Arial" panose="020B0604020202020204" pitchFamily="34" charset="0"/>
              <a:buNone/>
            </a:pPr>
            <a:r>
              <a:rPr lang="en-US" b="1"/>
              <a:t>Ethical Considerations</a:t>
            </a:r>
          </a:p>
          <a:p>
            <a:pPr marL="0" lvl="1" indent="0">
              <a:buFont typeface="Arial" panose="020B0604020202020204" pitchFamily="34" charset="0"/>
              <a:buNone/>
            </a:pPr>
            <a:r>
              <a:t>Ethical concerns in AI involve fairness, transparency, and accountability, especially in sensitive fields like hiring and lending.</a:t>
            </a:r>
            <a:endParaRPr lang="en-US"/>
          </a:p>
          <a:p>
            <a:pPr marL="0" indent="0">
              <a:spcBef>
                <a:spcPts val="2500"/>
              </a:spcBef>
              <a:buFont typeface="Arial" panose="020B0604020202020204" pitchFamily="34" charset="0"/>
              <a:buNone/>
            </a:pPr>
            <a:r>
              <a:rPr lang="en-US" b="1"/>
              <a:t>Balancing AI Benefits and Risks</a:t>
            </a:r>
          </a:p>
          <a:p>
            <a:pPr marL="0" lvl="1" indent="0">
              <a:buFont typeface="Arial" panose="020B0604020202020204" pitchFamily="34" charset="0"/>
              <a:buNone/>
            </a:pPr>
            <a:r>
              <a:t>Businesses must balance AI's practical advantages with responsible use to maintain stakeholder trust and fairness.</a:t>
            </a:r>
            <a:endParaRPr lang="en-US"/>
          </a:p>
        </p:txBody>
      </p:sp>
    </p:spTree>
    <p:extLst>
      <p:ext uri="{BB962C8B-B14F-4D97-AF65-F5344CB8AC3E}">
        <p14:creationId xmlns:p14="http://schemas.microsoft.com/office/powerpoint/2010/main" val="39204957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F44DF-C431-F977-E5CA-35F08DAFDD81}"/>
              </a:ext>
            </a:extLst>
          </p:cNvPr>
          <p:cNvSpPr>
            <a:spLocks noGrp="1"/>
          </p:cNvSpPr>
          <p:nvPr>
            <p:ph type="title"/>
          </p:nvPr>
        </p:nvSpPr>
        <p:spPr>
          <a:xfrm>
            <a:off x="667512" y="1260124"/>
            <a:ext cx="4654296" cy="1004010"/>
          </a:xfrm>
        </p:spPr>
        <p:txBody>
          <a:bodyPr anchor="t">
            <a:normAutofit/>
          </a:bodyPr>
          <a:lstStyle/>
          <a:p>
            <a:r>
              <a:rPr lang="en-US" sz="2200"/>
              <a:t>Applications of AI and Machine Learning Across Industries</a:t>
            </a:r>
          </a:p>
        </p:txBody>
      </p:sp>
      <p:sp>
        <p:nvSpPr>
          <p:cNvPr id="4" name="Slide Number Placeholder 3">
            <a:extLst>
              <a:ext uri="{FF2B5EF4-FFF2-40B4-BE49-F238E27FC236}">
                <a16:creationId xmlns:a16="http://schemas.microsoft.com/office/drawing/2014/main" id="{3F3571E7-6F0B-4D0A-1815-3962998C85B4}"/>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3</a:t>
            </a:fld>
            <a:endParaRPr lang="en-US"/>
          </a:p>
        </p:txBody>
      </p:sp>
      <p:sp>
        <p:nvSpPr>
          <p:cNvPr id="6" name="Date Placeholder 5">
            <a:extLst>
              <a:ext uri="{FF2B5EF4-FFF2-40B4-BE49-F238E27FC236}">
                <a16:creationId xmlns:a16="http://schemas.microsoft.com/office/drawing/2014/main" id="{ED6F4DA5-C47F-9BEF-DDBF-58F60718C98C}"/>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pic>
        <p:nvPicPr>
          <p:cNvPr id="8" name="Content Placeholder 7" descr="Artificial Intelligence of Manhattan">
            <a:extLst>
              <a:ext uri="{FF2B5EF4-FFF2-40B4-BE49-F238E27FC236}">
                <a16:creationId xmlns:a16="http://schemas.microsoft.com/office/drawing/2014/main" id="{46889D66-1296-4786-8F8E-28F9C89C0030}"/>
              </a:ext>
            </a:extLst>
          </p:cNvPr>
          <p:cNvPicPr>
            <a:picLocks noGrp="1" noChangeAspect="1"/>
          </p:cNvPicPr>
          <p:nvPr>
            <p:ph type="pic" sz="quarter" idx="13"/>
          </p:nvPr>
        </p:nvPicPr>
        <p:blipFill>
          <a:blip r:embed="rId3"/>
          <a:srcRect l="10286" r="12584"/>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D62C35DD-E79E-3B30-0034-EF2827A6F8A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Healthcare Applications</a:t>
            </a:r>
          </a:p>
          <a:p>
            <a:pPr marL="0" lvl="1" indent="0">
              <a:buFont typeface="Arial" panose="020B0604020202020204" pitchFamily="34" charset="0"/>
              <a:buNone/>
            </a:pPr>
            <a:r>
              <a:t>AI analyzes medical images and patient data to enable early diagnosis and personalized treatments in healthcare.</a:t>
            </a:r>
            <a:endParaRPr lang="en-US"/>
          </a:p>
          <a:p>
            <a:pPr marL="0" indent="0">
              <a:spcBef>
                <a:spcPts val="2500"/>
              </a:spcBef>
              <a:buFont typeface="Arial" panose="020B0604020202020204" pitchFamily="34" charset="0"/>
              <a:buNone/>
            </a:pPr>
            <a:r>
              <a:rPr lang="en-US" b="1"/>
              <a:t>Finance Industry Uses</a:t>
            </a:r>
          </a:p>
          <a:p>
            <a:pPr marL="0" lvl="1" indent="0">
              <a:buFont typeface="Arial" panose="020B0604020202020204" pitchFamily="34" charset="0"/>
              <a:buNone/>
            </a:pPr>
            <a:r>
              <a:t>AI detects fraud, assesses credit risk, and supports algorithmic trading by analyzing transactional data.</a:t>
            </a:r>
            <a:endParaRPr lang="en-US"/>
          </a:p>
          <a:p>
            <a:pPr marL="0" indent="0">
              <a:spcBef>
                <a:spcPts val="2500"/>
              </a:spcBef>
              <a:buFont typeface="Arial" panose="020B0604020202020204" pitchFamily="34" charset="0"/>
              <a:buNone/>
            </a:pPr>
            <a:r>
              <a:rPr lang="en-US" b="1"/>
              <a:t>Retail and Customer Experience</a:t>
            </a:r>
          </a:p>
          <a:p>
            <a:pPr marL="0" lvl="1" indent="0">
              <a:buFont typeface="Arial" panose="020B0604020202020204" pitchFamily="34" charset="0"/>
              <a:buNone/>
            </a:pPr>
            <a:r>
              <a:t>Retailers use AI for recommendation engines, demand forecasting, and dynamic pricing to enhance customer experiences.</a:t>
            </a:r>
            <a:endParaRPr lang="en-US"/>
          </a:p>
          <a:p>
            <a:pPr marL="0" indent="0">
              <a:spcBef>
                <a:spcPts val="2500"/>
              </a:spcBef>
              <a:buFont typeface="Arial" panose="020B0604020202020204" pitchFamily="34" charset="0"/>
              <a:buNone/>
            </a:pPr>
            <a:r>
              <a:rPr lang="en-US" b="1"/>
              <a:t>Manufacturing and Logistics</a:t>
            </a:r>
          </a:p>
          <a:p>
            <a:pPr marL="0" lvl="1" indent="0">
              <a:buFont typeface="Arial" panose="020B0604020202020204" pitchFamily="34" charset="0"/>
              <a:buNone/>
            </a:pPr>
            <a:r>
              <a:t>AI optimizes predictive maintenance, route planning, and fleet management to improve manufacturing and logistics efficiency.</a:t>
            </a:r>
            <a:endParaRPr lang="en-US"/>
          </a:p>
        </p:txBody>
      </p:sp>
    </p:spTree>
    <p:extLst>
      <p:ext uri="{BB962C8B-B14F-4D97-AF65-F5344CB8AC3E}">
        <p14:creationId xmlns:p14="http://schemas.microsoft.com/office/powerpoint/2010/main" val="2108550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3751F-A3E4-09FE-76EA-07D8DB5B7522}"/>
              </a:ext>
            </a:extLst>
          </p:cNvPr>
          <p:cNvSpPr>
            <a:spLocks noGrp="1"/>
          </p:cNvSpPr>
          <p:nvPr>
            <p:ph type="title"/>
          </p:nvPr>
        </p:nvSpPr>
        <p:spPr>
          <a:xfrm>
            <a:off x="667512" y="1260124"/>
            <a:ext cx="4654296" cy="1004010"/>
          </a:xfrm>
        </p:spPr>
        <p:txBody>
          <a:bodyPr anchor="t">
            <a:normAutofit/>
          </a:bodyPr>
          <a:lstStyle/>
          <a:p>
            <a:r>
              <a:rPr lang="en-US" sz="2200"/>
              <a:t>Healthcare Industry Case Example with a Data Science Focus</a:t>
            </a:r>
          </a:p>
        </p:txBody>
      </p:sp>
      <p:sp>
        <p:nvSpPr>
          <p:cNvPr id="4" name="Slide Number Placeholder 3">
            <a:extLst>
              <a:ext uri="{FF2B5EF4-FFF2-40B4-BE49-F238E27FC236}">
                <a16:creationId xmlns:a16="http://schemas.microsoft.com/office/drawing/2014/main" id="{816848F4-CEA5-ED04-8F9C-4E22887C0898}"/>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4</a:t>
            </a:fld>
            <a:endParaRPr lang="en-US"/>
          </a:p>
        </p:txBody>
      </p:sp>
      <p:sp>
        <p:nvSpPr>
          <p:cNvPr id="6" name="Date Placeholder 5">
            <a:extLst>
              <a:ext uri="{FF2B5EF4-FFF2-40B4-BE49-F238E27FC236}">
                <a16:creationId xmlns:a16="http://schemas.microsoft.com/office/drawing/2014/main" id="{6B9D6912-CE9E-6849-A1D1-E60FC41990B4}"/>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pic>
        <p:nvPicPr>
          <p:cNvPr id="8" name="Content Placeholder 7" descr="Person identity UI interface digital security concept">
            <a:extLst>
              <a:ext uri="{FF2B5EF4-FFF2-40B4-BE49-F238E27FC236}">
                <a16:creationId xmlns:a16="http://schemas.microsoft.com/office/drawing/2014/main" id="{F81493F3-693C-4D06-B7A7-D56CD546ABFF}"/>
              </a:ext>
            </a:extLst>
          </p:cNvPr>
          <p:cNvPicPr>
            <a:picLocks noGrp="1" noChangeAspect="1"/>
          </p:cNvPicPr>
          <p:nvPr>
            <p:ph type="pic" sz="quarter" idx="13"/>
          </p:nvPr>
        </p:nvPicPr>
        <p:blipFill>
          <a:blip r:embed="rId3"/>
          <a:stretch/>
        </p:blipFill>
        <p:spPr>
          <a:xfrm>
            <a:off x="667512" y="3158023"/>
            <a:ext cx="4654296" cy="2548227"/>
          </a:xfrm>
        </p:spPr>
      </p:pic>
      <p:sp>
        <p:nvSpPr>
          <p:cNvPr id="3" name="Content Placeholder 2">
            <a:extLst>
              <a:ext uri="{FF2B5EF4-FFF2-40B4-BE49-F238E27FC236}">
                <a16:creationId xmlns:a16="http://schemas.microsoft.com/office/drawing/2014/main" id="{0A73EC7A-B432-9B15-3168-61692CD7C2E8}"/>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AI in Medical Imaging</a:t>
            </a:r>
          </a:p>
          <a:p>
            <a:pPr marL="0" lvl="1" indent="0">
              <a:buFont typeface="Arial" panose="020B0604020202020204" pitchFamily="34" charset="0"/>
              <a:buNone/>
            </a:pPr>
            <a:r>
              <a:t>Machine learning models analyze X-rays, MRIs, and CT scans to detect diseases like cancer and neurological disorders.</a:t>
            </a:r>
            <a:endParaRPr lang="en-US"/>
          </a:p>
          <a:p>
            <a:pPr marL="0" indent="0">
              <a:spcBef>
                <a:spcPts val="2500"/>
              </a:spcBef>
              <a:buFont typeface="Arial" panose="020B0604020202020204" pitchFamily="34" charset="0"/>
              <a:buNone/>
            </a:pPr>
            <a:r>
              <a:rPr lang="en-US" b="1"/>
              <a:t>Predictive Analytics in Healthcare</a:t>
            </a:r>
          </a:p>
          <a:p>
            <a:pPr marL="0" lvl="1" indent="0">
              <a:buFont typeface="Arial" panose="020B0604020202020204" pitchFamily="34" charset="0"/>
              <a:buNone/>
            </a:pPr>
            <a:r>
              <a:t>Predictive tools assess patient data to estimate risks of readmission, disease progression, and treatment effectiveness.</a:t>
            </a:r>
            <a:endParaRPr lang="en-US"/>
          </a:p>
          <a:p>
            <a:pPr marL="0" indent="0">
              <a:spcBef>
                <a:spcPts val="2500"/>
              </a:spcBef>
              <a:buFont typeface="Arial" panose="020B0604020202020204" pitchFamily="34" charset="0"/>
              <a:buNone/>
            </a:pPr>
            <a:r>
              <a:rPr lang="en-US" b="1"/>
              <a:t>NLP for Clinical Insights</a:t>
            </a:r>
          </a:p>
          <a:p>
            <a:pPr marL="0" lvl="1" indent="0">
              <a:buFont typeface="Arial" panose="020B0604020202020204" pitchFamily="34" charset="0"/>
              <a:buNone/>
            </a:pPr>
            <a:r>
              <a:t>Natural language processing extracts insights from unstructured clinical notes to support healthcare decisions.</a:t>
            </a:r>
            <a:endParaRPr lang="en-US"/>
          </a:p>
          <a:p>
            <a:pPr marL="0" indent="0">
              <a:spcBef>
                <a:spcPts val="2500"/>
              </a:spcBef>
              <a:buFont typeface="Arial" panose="020B0604020202020204" pitchFamily="34" charset="0"/>
              <a:buNone/>
            </a:pPr>
            <a:r>
              <a:rPr lang="en-US" b="1"/>
              <a:t>Ethical AI Challenges</a:t>
            </a:r>
          </a:p>
          <a:p>
            <a:pPr marL="0" lvl="1" indent="0">
              <a:buFont typeface="Arial" panose="020B0604020202020204" pitchFamily="34" charset="0"/>
              <a:buNone/>
            </a:pPr>
            <a:r>
              <a:t>Ethical risks include data bias and fairness concerns, requiring transparency and governance in AI healthcare tools.</a:t>
            </a:r>
            <a:endParaRPr lang="en-US"/>
          </a:p>
        </p:txBody>
      </p:sp>
    </p:spTree>
    <p:extLst>
      <p:ext uri="{BB962C8B-B14F-4D97-AF65-F5344CB8AC3E}">
        <p14:creationId xmlns:p14="http://schemas.microsoft.com/office/powerpoint/2010/main" val="9348227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145A8-16B8-D3F2-ADB7-6092A63FD4C8}"/>
              </a:ext>
            </a:extLst>
          </p:cNvPr>
          <p:cNvSpPr>
            <a:spLocks noGrp="1"/>
          </p:cNvSpPr>
          <p:nvPr>
            <p:ph type="title"/>
          </p:nvPr>
        </p:nvSpPr>
        <p:spPr>
          <a:xfrm>
            <a:off x="667509" y="1261872"/>
            <a:ext cx="8385049" cy="1027074"/>
          </a:xfrm>
        </p:spPr>
        <p:txBody>
          <a:bodyPr anchor="b">
            <a:normAutofit/>
          </a:bodyPr>
          <a:lstStyle/>
          <a:p>
            <a:r>
              <a:rPr lang="en-US" sz="3700"/>
              <a:t>Bias and Fairness Challenges in Machine Learning Algorithms</a:t>
            </a:r>
          </a:p>
        </p:txBody>
      </p:sp>
      <p:sp>
        <p:nvSpPr>
          <p:cNvPr id="4" name="Slide Number Placeholder 3">
            <a:extLst>
              <a:ext uri="{FF2B5EF4-FFF2-40B4-BE49-F238E27FC236}">
                <a16:creationId xmlns:a16="http://schemas.microsoft.com/office/drawing/2014/main" id="{0C2127E3-2C93-4DDB-1F80-76FD7353A333}"/>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5</a:t>
            </a:fld>
            <a:endParaRPr lang="en-US"/>
          </a:p>
        </p:txBody>
      </p:sp>
      <p:sp>
        <p:nvSpPr>
          <p:cNvPr id="6" name="Date Placeholder 5">
            <a:extLst>
              <a:ext uri="{FF2B5EF4-FFF2-40B4-BE49-F238E27FC236}">
                <a16:creationId xmlns:a16="http://schemas.microsoft.com/office/drawing/2014/main" id="{6A6347E7-D240-326E-385D-8DC582506B15}"/>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sp>
        <p:nvSpPr>
          <p:cNvPr id="3" name="Content Placeholder 2">
            <a:extLst>
              <a:ext uri="{FF2B5EF4-FFF2-40B4-BE49-F238E27FC236}">
                <a16:creationId xmlns:a16="http://schemas.microsoft.com/office/drawing/2014/main" id="{CA16FAA0-6850-87FA-E63B-95DBE81A309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sz="1300" b="1"/>
              <a:t>Origins of Bias</a:t>
            </a:r>
          </a:p>
          <a:p>
            <a:pPr marL="0" lvl="1" indent="0">
              <a:buFont typeface="Arial" panose="020B0604020202020204" pitchFamily="34" charset="0"/>
              <a:buNone/>
            </a:pPr>
            <a:r>
              <a:rPr lang="en-US" sz="1300"/>
              <a:t>Bias often stems from training data that reflects historical inequalities and social stereotypes.</a:t>
            </a:r>
          </a:p>
          <a:p>
            <a:pPr marL="0" indent="0">
              <a:spcBef>
                <a:spcPts val="2500"/>
              </a:spcBef>
              <a:buFont typeface="Arial" panose="020B0604020202020204" pitchFamily="34" charset="0"/>
              <a:buNone/>
            </a:pPr>
            <a:r>
              <a:rPr lang="en-US" sz="1300" b="1"/>
              <a:t>Algorithmic Bias Sources</a:t>
            </a:r>
          </a:p>
          <a:p>
            <a:pPr marL="0" lvl="1" indent="0">
              <a:buFont typeface="Arial" panose="020B0604020202020204" pitchFamily="34" charset="0"/>
              <a:buNone/>
            </a:pPr>
            <a:r>
              <a:rPr lang="en-US" sz="1300"/>
              <a:t>Bias can be introduced through feature selection, model design, or optimization focused solely on accuracy.</a:t>
            </a:r>
          </a:p>
          <a:p>
            <a:pPr marL="0" indent="0">
              <a:spcBef>
                <a:spcPts val="2500"/>
              </a:spcBef>
              <a:buFont typeface="Arial" panose="020B0604020202020204" pitchFamily="34" charset="0"/>
              <a:buNone/>
            </a:pPr>
            <a:r>
              <a:rPr lang="en-US" sz="1300" b="1"/>
              <a:t>Impact of Bias</a:t>
            </a:r>
          </a:p>
          <a:p>
            <a:pPr marL="0" lvl="1" indent="0">
              <a:buFont typeface="Arial" panose="020B0604020202020204" pitchFamily="34" charset="0"/>
              <a:buNone/>
            </a:pPr>
            <a:r>
              <a:rPr lang="en-US" sz="1300"/>
              <a:t>Biased models may lead to unfair decisions, legal risks, and damaged trust in sectors like hiring and healthcare.</a:t>
            </a:r>
          </a:p>
          <a:p>
            <a:pPr marL="0" indent="0">
              <a:spcBef>
                <a:spcPts val="2500"/>
              </a:spcBef>
              <a:buFont typeface="Arial" panose="020B0604020202020204" pitchFamily="34" charset="0"/>
              <a:buNone/>
            </a:pPr>
            <a:r>
              <a:rPr lang="en-US" sz="1300" b="1"/>
              <a:t>Managing Fairness</a:t>
            </a:r>
          </a:p>
          <a:p>
            <a:pPr marL="0" lvl="1" indent="0">
              <a:buFont typeface="Arial" panose="020B0604020202020204" pitchFamily="34" charset="0"/>
              <a:buNone/>
            </a:pPr>
            <a:r>
              <a:rPr lang="en-US" sz="1300"/>
              <a:t>Ethical risks must be managed throughout AI lifecycles, from data collection to deployment and monitoring.</a:t>
            </a:r>
          </a:p>
        </p:txBody>
      </p:sp>
      <p:pic>
        <p:nvPicPr>
          <p:cNvPr id="8" name="Content Placeholder 7" descr="Internet of Things Concept">
            <a:extLst>
              <a:ext uri="{FF2B5EF4-FFF2-40B4-BE49-F238E27FC236}">
                <a16:creationId xmlns:a16="http://schemas.microsoft.com/office/drawing/2014/main" id="{7233FAC4-F91E-478B-8EAF-F891100FA883}"/>
              </a:ext>
            </a:extLst>
          </p:cNvPr>
          <p:cNvPicPr>
            <a:picLocks noGrp="1" noChangeAspect="1"/>
          </p:cNvPicPr>
          <p:nvPr>
            <p:ph type="pic" sz="quarter" idx="13"/>
          </p:nvPr>
        </p:nvPicPr>
        <p:blipFill>
          <a:blip r:embed="rId3"/>
          <a:srcRect l="31023" r="40354" b="-1"/>
          <a:stretch>
            <a:fillRect/>
          </a:stretch>
        </p:blipFill>
        <p:spPr>
          <a:xfrm>
            <a:off x="9372601" y="1261872"/>
            <a:ext cx="2151888" cy="5018307"/>
          </a:xfrm>
        </p:spPr>
      </p:pic>
    </p:spTree>
    <p:extLst>
      <p:ext uri="{BB962C8B-B14F-4D97-AF65-F5344CB8AC3E}">
        <p14:creationId xmlns:p14="http://schemas.microsoft.com/office/powerpoint/2010/main" val="3554848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4A82B-7503-DD1C-7C32-31C7D0FAE413}"/>
              </a:ext>
            </a:extLst>
          </p:cNvPr>
          <p:cNvSpPr>
            <a:spLocks noGrp="1"/>
          </p:cNvSpPr>
          <p:nvPr>
            <p:ph type="title"/>
          </p:nvPr>
        </p:nvSpPr>
        <p:spPr>
          <a:xfrm>
            <a:off x="667512" y="1260124"/>
            <a:ext cx="4654296" cy="1004010"/>
          </a:xfrm>
        </p:spPr>
        <p:txBody>
          <a:bodyPr anchor="t">
            <a:normAutofit/>
          </a:bodyPr>
          <a:lstStyle/>
          <a:p>
            <a:r>
              <a:rPr lang="en-US" sz="2800"/>
              <a:t>Strategies Businesses Can Use to Mitigate AI Bias</a:t>
            </a:r>
          </a:p>
        </p:txBody>
      </p:sp>
      <p:sp>
        <p:nvSpPr>
          <p:cNvPr id="4" name="Slide Number Placeholder 3">
            <a:extLst>
              <a:ext uri="{FF2B5EF4-FFF2-40B4-BE49-F238E27FC236}">
                <a16:creationId xmlns:a16="http://schemas.microsoft.com/office/drawing/2014/main" id="{0B349F04-E6E3-D324-0DB7-333DC339E7A6}"/>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6</a:t>
            </a:fld>
            <a:endParaRPr lang="en-US"/>
          </a:p>
        </p:txBody>
      </p:sp>
      <p:sp>
        <p:nvSpPr>
          <p:cNvPr id="6" name="Date Placeholder 5">
            <a:extLst>
              <a:ext uri="{FF2B5EF4-FFF2-40B4-BE49-F238E27FC236}">
                <a16:creationId xmlns:a16="http://schemas.microsoft.com/office/drawing/2014/main" id="{6C95A074-AA3A-75BD-F834-213A3857EB07}"/>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pic>
        <p:nvPicPr>
          <p:cNvPr id="8" name="Content Placeholder 7" descr="Artificial Intelligence digital concept with brain shape">
            <a:extLst>
              <a:ext uri="{FF2B5EF4-FFF2-40B4-BE49-F238E27FC236}">
                <a16:creationId xmlns:a16="http://schemas.microsoft.com/office/drawing/2014/main" id="{033DD193-7A70-49D6-B480-0945A7514D77}"/>
              </a:ext>
            </a:extLst>
          </p:cNvPr>
          <p:cNvPicPr>
            <a:picLocks noGrp="1" noChangeAspect="1"/>
          </p:cNvPicPr>
          <p:nvPr>
            <p:ph type="pic" sz="quarter" idx="13"/>
          </p:nvPr>
        </p:nvPicPr>
        <p:blipFill>
          <a:blip r:embed="rId3"/>
          <a:srcRect l="1247" r="4307" b="-2"/>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6B9F52F3-CE96-A614-AE43-7266D4C638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Diverse and Representative Data</a:t>
            </a:r>
          </a:p>
          <a:p>
            <a:pPr marL="0" lvl="1" indent="0">
              <a:buFont typeface="Arial" panose="020B0604020202020204" pitchFamily="34" charset="0"/>
              <a:buNone/>
            </a:pPr>
            <a:r>
              <a:t>Use high-quality, diverse datasets that represent affected populations to reduce AI bias effectively.</a:t>
            </a:r>
            <a:endParaRPr lang="en-US"/>
          </a:p>
          <a:p>
            <a:pPr marL="0" indent="0">
              <a:spcBef>
                <a:spcPts val="2500"/>
              </a:spcBef>
              <a:buFont typeface="Arial" panose="020B0604020202020204" pitchFamily="34" charset="0"/>
              <a:buNone/>
            </a:pPr>
            <a:r>
              <a:rPr lang="en-US" b="1"/>
              <a:t>Regular Bias Audits</a:t>
            </a:r>
          </a:p>
          <a:p>
            <a:pPr marL="0" lvl="1" indent="0">
              <a:buFont typeface="Arial" panose="020B0604020202020204" pitchFamily="34" charset="0"/>
              <a:buNone/>
            </a:pPr>
            <a:r>
              <a:t>Conduct frequent audits and bias testing to assess AI model fairness across demographic groups.</a:t>
            </a:r>
            <a:endParaRPr lang="en-US"/>
          </a:p>
          <a:p>
            <a:pPr marL="0" indent="0">
              <a:spcBef>
                <a:spcPts val="2500"/>
              </a:spcBef>
              <a:buFont typeface="Arial" panose="020B0604020202020204" pitchFamily="34" charset="0"/>
              <a:buNone/>
            </a:pPr>
            <a:r>
              <a:rPr lang="en-US" b="1"/>
              <a:t>Fairness-Aware Techniques</a:t>
            </a:r>
          </a:p>
          <a:p>
            <a:pPr marL="0" lvl="1" indent="0">
              <a:buFont typeface="Arial" panose="020B0604020202020204" pitchFamily="34" charset="0"/>
              <a:buNone/>
            </a:pPr>
            <a:r>
              <a:t>Implement fairness-aware ML methods like data reweighting and decision threshold adjustments to reduce discrimination.</a:t>
            </a:r>
            <a:endParaRPr lang="en-US"/>
          </a:p>
          <a:p>
            <a:pPr marL="0" indent="0">
              <a:spcBef>
                <a:spcPts val="2500"/>
              </a:spcBef>
              <a:buFont typeface="Arial" panose="020B0604020202020204" pitchFamily="34" charset="0"/>
              <a:buNone/>
            </a:pPr>
            <a:r>
              <a:rPr lang="en-US" b="1"/>
              <a:t>Human Oversight and Governance</a:t>
            </a:r>
          </a:p>
          <a:p>
            <a:pPr marL="0" lvl="1" indent="0">
              <a:buFont typeface="Arial" panose="020B0604020202020204" pitchFamily="34" charset="0"/>
              <a:buNone/>
            </a:pPr>
            <a:r>
              <a:t>Ensure human review of automated decisions and establish governance frameworks to uphold ethical AI use.</a:t>
            </a:r>
            <a:endParaRPr lang="en-US"/>
          </a:p>
        </p:txBody>
      </p:sp>
    </p:spTree>
    <p:extLst>
      <p:ext uri="{BB962C8B-B14F-4D97-AF65-F5344CB8AC3E}">
        <p14:creationId xmlns:p14="http://schemas.microsoft.com/office/powerpoint/2010/main" val="27306800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1E88F-0E3F-D4EB-9CFB-1881E1585E31}"/>
              </a:ext>
            </a:extLst>
          </p:cNvPr>
          <p:cNvSpPr>
            <a:spLocks noGrp="1"/>
          </p:cNvSpPr>
          <p:nvPr>
            <p:ph type="title"/>
          </p:nvPr>
        </p:nvSpPr>
        <p:spPr>
          <a:xfrm>
            <a:off x="667509" y="1261872"/>
            <a:ext cx="8385049" cy="1027074"/>
          </a:xfrm>
        </p:spPr>
        <p:txBody>
          <a:bodyPr anchor="b">
            <a:normAutofit/>
          </a:bodyPr>
          <a:lstStyle/>
          <a:p>
            <a:r>
              <a:rPr lang="en-US" sz="3700"/>
              <a:t>Improving Transparency in AI Decision-Making</a:t>
            </a:r>
          </a:p>
        </p:txBody>
      </p:sp>
      <p:sp>
        <p:nvSpPr>
          <p:cNvPr id="4" name="Slide Number Placeholder 3">
            <a:extLst>
              <a:ext uri="{FF2B5EF4-FFF2-40B4-BE49-F238E27FC236}">
                <a16:creationId xmlns:a16="http://schemas.microsoft.com/office/drawing/2014/main" id="{1913B031-065A-83F4-074C-072C93835C0D}"/>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7</a:t>
            </a:fld>
            <a:endParaRPr lang="en-US"/>
          </a:p>
        </p:txBody>
      </p:sp>
      <p:sp>
        <p:nvSpPr>
          <p:cNvPr id="6" name="Date Placeholder 5">
            <a:extLst>
              <a:ext uri="{FF2B5EF4-FFF2-40B4-BE49-F238E27FC236}">
                <a16:creationId xmlns:a16="http://schemas.microsoft.com/office/drawing/2014/main" id="{286FE5F3-BB7C-980C-6764-09CCB7A044DE}"/>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sp>
        <p:nvSpPr>
          <p:cNvPr id="3" name="Content Placeholder 2">
            <a:extLst>
              <a:ext uri="{FF2B5EF4-FFF2-40B4-BE49-F238E27FC236}">
                <a16:creationId xmlns:a16="http://schemas.microsoft.com/office/drawing/2014/main" id="{96F160E4-9E45-E6FE-E941-48FFDCB622F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b="1"/>
              <a:t>Explainable AI Techniques</a:t>
            </a:r>
          </a:p>
          <a:p>
            <a:pPr marL="0" lvl="1" indent="0">
              <a:buFont typeface="Arial" panose="020B0604020202020204" pitchFamily="34" charset="0"/>
              <a:buNone/>
            </a:pPr>
            <a:r>
              <a:t>Explainable AI helps users understand model decisions using feature importance and local explanations.</a:t>
            </a:r>
            <a:endParaRPr lang="en-US"/>
          </a:p>
          <a:p>
            <a:pPr marL="0" indent="0">
              <a:spcBef>
                <a:spcPts val="2500"/>
              </a:spcBef>
              <a:buFont typeface="Arial" panose="020B0604020202020204" pitchFamily="34" charset="0"/>
              <a:buNone/>
            </a:pPr>
            <a:r>
              <a:rPr lang="en-US" b="1"/>
              <a:t>Clear Documentation</a:t>
            </a:r>
          </a:p>
          <a:p>
            <a:pPr marL="0" lvl="1" indent="0">
              <a:buFont typeface="Arial" panose="020B0604020202020204" pitchFamily="34" charset="0"/>
              <a:buNone/>
            </a:pPr>
            <a:r>
              <a:t>Documenting data sources, assumptions, and limitations promotes transparency for all stakeholders.</a:t>
            </a:r>
            <a:endParaRPr lang="en-US"/>
          </a:p>
          <a:p>
            <a:pPr marL="0" indent="0">
              <a:spcBef>
                <a:spcPts val="2500"/>
              </a:spcBef>
              <a:buFont typeface="Arial" panose="020B0604020202020204" pitchFamily="34" charset="0"/>
              <a:buNone/>
            </a:pPr>
            <a:r>
              <a:rPr lang="en-US" b="1"/>
              <a:t>Open Communication</a:t>
            </a:r>
          </a:p>
          <a:p>
            <a:pPr marL="0" lvl="1" indent="0">
              <a:buFont typeface="Arial" panose="020B0604020202020204" pitchFamily="34" charset="0"/>
              <a:buNone/>
            </a:pPr>
            <a:r>
              <a:t>Businesses should openly share how AI systems are used, including their benefits and risks.</a:t>
            </a:r>
            <a:endParaRPr lang="en-US"/>
          </a:p>
          <a:p>
            <a:pPr marL="0" indent="0">
              <a:spcBef>
                <a:spcPts val="2500"/>
              </a:spcBef>
              <a:buFont typeface="Arial" panose="020B0604020202020204" pitchFamily="34" charset="0"/>
              <a:buNone/>
            </a:pPr>
            <a:r>
              <a:rPr lang="en-US" b="1"/>
              <a:t>Ethical and Regulatory Compliance</a:t>
            </a:r>
          </a:p>
          <a:p>
            <a:pPr marL="0" lvl="1" indent="0">
              <a:buFont typeface="Arial" panose="020B0604020202020204" pitchFamily="34" charset="0"/>
              <a:buNone/>
            </a:pPr>
            <a:r>
              <a:t>Transparency supports audits, accountability, and ethical AI use in regulated industries.</a:t>
            </a:r>
            <a:endParaRPr lang="en-US"/>
          </a:p>
        </p:txBody>
      </p:sp>
      <p:pic>
        <p:nvPicPr>
          <p:cNvPr id="8" name="Content Placeholder 7" descr="Conceptual image of supercomputer, 3D generated image.">
            <a:extLst>
              <a:ext uri="{FF2B5EF4-FFF2-40B4-BE49-F238E27FC236}">
                <a16:creationId xmlns:a16="http://schemas.microsoft.com/office/drawing/2014/main" id="{1E18CD85-7EC1-4F4B-9816-4BA16475DCD1}"/>
              </a:ext>
            </a:extLst>
          </p:cNvPr>
          <p:cNvPicPr>
            <a:picLocks noGrp="1" noChangeAspect="1"/>
          </p:cNvPicPr>
          <p:nvPr>
            <p:ph type="pic" sz="quarter" idx="13"/>
          </p:nvPr>
        </p:nvPicPr>
        <p:blipFill>
          <a:blip r:embed="rId3"/>
          <a:srcRect l="33554" r="37823" b="-1"/>
          <a:stretch>
            <a:fillRect/>
          </a:stretch>
        </p:blipFill>
        <p:spPr>
          <a:xfrm>
            <a:off x="9372601" y="1261872"/>
            <a:ext cx="2151888" cy="5018307"/>
          </a:xfrm>
        </p:spPr>
      </p:pic>
    </p:spTree>
    <p:extLst>
      <p:ext uri="{BB962C8B-B14F-4D97-AF65-F5344CB8AC3E}">
        <p14:creationId xmlns:p14="http://schemas.microsoft.com/office/powerpoint/2010/main" val="5012698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7A2DA-C446-B7E9-0C7C-231D52C6CF94}"/>
              </a:ext>
            </a:extLst>
          </p:cNvPr>
          <p:cNvSpPr>
            <a:spLocks noGrp="1"/>
          </p:cNvSpPr>
          <p:nvPr>
            <p:ph type="title"/>
          </p:nvPr>
        </p:nvSpPr>
        <p:spPr>
          <a:xfrm>
            <a:off x="667509" y="1261872"/>
            <a:ext cx="8385049" cy="1027074"/>
          </a:xfrm>
        </p:spPr>
        <p:txBody>
          <a:bodyPr anchor="b">
            <a:normAutofit/>
          </a:bodyPr>
          <a:lstStyle/>
          <a:p>
            <a:r>
              <a:rPr lang="en-US" sz="3700"/>
              <a:t>Ethical Standards and Privacy Protection in Healthcare AI</a:t>
            </a:r>
          </a:p>
        </p:txBody>
      </p:sp>
      <p:sp>
        <p:nvSpPr>
          <p:cNvPr id="4" name="Slide Number Placeholder 3">
            <a:extLst>
              <a:ext uri="{FF2B5EF4-FFF2-40B4-BE49-F238E27FC236}">
                <a16:creationId xmlns:a16="http://schemas.microsoft.com/office/drawing/2014/main" id="{E2EC16D2-1B77-7008-8B82-5028DED53960}"/>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8</a:t>
            </a:fld>
            <a:endParaRPr lang="en-US"/>
          </a:p>
        </p:txBody>
      </p:sp>
      <p:sp>
        <p:nvSpPr>
          <p:cNvPr id="6" name="Date Placeholder 5">
            <a:extLst>
              <a:ext uri="{FF2B5EF4-FFF2-40B4-BE49-F238E27FC236}">
                <a16:creationId xmlns:a16="http://schemas.microsoft.com/office/drawing/2014/main" id="{668D5B9E-188E-C856-DE92-D3BEEE120E7F}"/>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sp>
        <p:nvSpPr>
          <p:cNvPr id="3" name="Content Placeholder 2">
            <a:extLst>
              <a:ext uri="{FF2B5EF4-FFF2-40B4-BE49-F238E27FC236}">
                <a16:creationId xmlns:a16="http://schemas.microsoft.com/office/drawing/2014/main" id="{5CBF5641-BE81-CA8E-4384-2438E987040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67511" y="2584092"/>
            <a:ext cx="8385048" cy="3696086"/>
          </a:xfrm>
        </p:spPr>
        <p:txBody>
          <a:bodyPr>
            <a:normAutofit/>
          </a:bodyPr>
          <a:lstStyle/>
          <a:p>
            <a:pPr marL="0" indent="0">
              <a:spcBef>
                <a:spcPts val="2500"/>
              </a:spcBef>
              <a:buFont typeface="Arial" panose="020B0604020202020204" pitchFamily="34" charset="0"/>
              <a:buNone/>
            </a:pPr>
            <a:r>
              <a:rPr lang="en-US" sz="1300" b="1"/>
              <a:t>Compliance with Regulations</a:t>
            </a:r>
          </a:p>
          <a:p>
            <a:pPr marL="0" lvl="1" indent="0">
              <a:buFont typeface="Arial" panose="020B0604020202020204" pitchFamily="34" charset="0"/>
              <a:buNone/>
            </a:pPr>
            <a:r>
              <a:rPr lang="en-US" sz="1300"/>
              <a:t>Healthcare AI systems must adhere to regulations like HIPAA to safeguard patient data privacy and security.</a:t>
            </a:r>
          </a:p>
          <a:p>
            <a:pPr marL="0" indent="0">
              <a:spcBef>
                <a:spcPts val="2500"/>
              </a:spcBef>
              <a:buFont typeface="Arial" panose="020B0604020202020204" pitchFamily="34" charset="0"/>
              <a:buNone/>
            </a:pPr>
            <a:r>
              <a:rPr lang="en-US" sz="1300" b="1"/>
              <a:t>Data Protection Techniques</a:t>
            </a:r>
          </a:p>
          <a:p>
            <a:pPr marL="0" lvl="1" indent="0">
              <a:buFont typeface="Arial" panose="020B0604020202020204" pitchFamily="34" charset="0"/>
              <a:buNone/>
            </a:pPr>
            <a:r>
              <a:rPr lang="en-US" sz="1300"/>
              <a:t>Implementing anonymization, encryption, and secure storage reduces risks of data breaches and misuse.</a:t>
            </a:r>
          </a:p>
          <a:p>
            <a:pPr marL="0" indent="0">
              <a:spcBef>
                <a:spcPts val="2500"/>
              </a:spcBef>
              <a:buFont typeface="Arial" panose="020B0604020202020204" pitchFamily="34" charset="0"/>
              <a:buNone/>
            </a:pPr>
            <a:r>
              <a:rPr lang="en-US" sz="1300" b="1"/>
              <a:t>Access Control and Accountability</a:t>
            </a:r>
          </a:p>
          <a:p>
            <a:pPr marL="0" lvl="1" indent="0">
              <a:buFont typeface="Arial" panose="020B0604020202020204" pitchFamily="34" charset="0"/>
              <a:buNone/>
            </a:pPr>
            <a:r>
              <a:rPr lang="en-US" sz="1300"/>
              <a:t>Limiting AI system access to authorized personnel ensures accountability and protects sensitive healthcare data.</a:t>
            </a:r>
          </a:p>
          <a:p>
            <a:pPr marL="0" indent="0">
              <a:spcBef>
                <a:spcPts val="2500"/>
              </a:spcBef>
              <a:buFont typeface="Arial" panose="020B0604020202020204" pitchFamily="34" charset="0"/>
              <a:buNone/>
            </a:pPr>
            <a:r>
              <a:rPr lang="en-US" sz="1300" b="1"/>
              <a:t>Informed Consent and Ethical Use</a:t>
            </a:r>
          </a:p>
          <a:p>
            <a:pPr marL="0" lvl="1" indent="0">
              <a:buFont typeface="Arial" panose="020B0604020202020204" pitchFamily="34" charset="0"/>
              <a:buNone/>
            </a:pPr>
            <a:r>
              <a:rPr lang="en-US" sz="1300"/>
              <a:t>Ensuring patients understand AI data usage through informed consent upholds ethical standards in healthcare.</a:t>
            </a:r>
          </a:p>
        </p:txBody>
      </p:sp>
      <p:pic>
        <p:nvPicPr>
          <p:cNvPr id="8" name="Content Placeholder 7" descr="Login password abstract interface">
            <a:extLst>
              <a:ext uri="{FF2B5EF4-FFF2-40B4-BE49-F238E27FC236}">
                <a16:creationId xmlns:a16="http://schemas.microsoft.com/office/drawing/2014/main" id="{2A1D66D9-8E04-4DF5-87EE-58119C455E01}"/>
              </a:ext>
            </a:extLst>
          </p:cNvPr>
          <p:cNvPicPr>
            <a:picLocks noGrp="1" noChangeAspect="1"/>
          </p:cNvPicPr>
          <p:nvPr>
            <p:ph type="pic" sz="quarter" idx="13"/>
          </p:nvPr>
        </p:nvPicPr>
        <p:blipFill>
          <a:blip r:embed="rId3"/>
          <a:srcRect l="34008" r="33832" b="2"/>
          <a:stretch>
            <a:fillRect/>
          </a:stretch>
        </p:blipFill>
        <p:spPr>
          <a:xfrm>
            <a:off x="9372601" y="1261872"/>
            <a:ext cx="2151888" cy="5018307"/>
          </a:xfrm>
        </p:spPr>
      </p:pic>
    </p:spTree>
    <p:extLst>
      <p:ext uri="{BB962C8B-B14F-4D97-AF65-F5344CB8AC3E}">
        <p14:creationId xmlns:p14="http://schemas.microsoft.com/office/powerpoint/2010/main" val="3962719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8CED8-BC5F-46B4-C9F6-7CC7D915FF86}"/>
              </a:ext>
            </a:extLst>
          </p:cNvPr>
          <p:cNvSpPr>
            <a:spLocks noGrp="1"/>
          </p:cNvSpPr>
          <p:nvPr>
            <p:ph type="title"/>
          </p:nvPr>
        </p:nvSpPr>
        <p:spPr>
          <a:xfrm>
            <a:off x="667512" y="1260124"/>
            <a:ext cx="4654296" cy="1004010"/>
          </a:xfrm>
        </p:spPr>
        <p:txBody>
          <a:bodyPr anchor="t">
            <a:normAutofit/>
          </a:bodyPr>
          <a:lstStyle/>
          <a:p>
            <a:r>
              <a:rPr lang="en-US" sz="3100"/>
              <a:t>Key Takeaways and Responsible AI Adoption</a:t>
            </a:r>
          </a:p>
        </p:txBody>
      </p:sp>
      <p:sp>
        <p:nvSpPr>
          <p:cNvPr id="4" name="Slide Number Placeholder 3">
            <a:extLst>
              <a:ext uri="{FF2B5EF4-FFF2-40B4-BE49-F238E27FC236}">
                <a16:creationId xmlns:a16="http://schemas.microsoft.com/office/drawing/2014/main" id="{AA4A1DFE-851A-A14F-B10F-5965C753A0F0}"/>
              </a:ext>
            </a:extLst>
          </p:cNvPr>
          <p:cNvSpPr>
            <a:spLocks noGrp="1"/>
          </p:cNvSpPr>
          <p:nvPr>
            <p:ph type="sldNum" sz="quarter" idx="4"/>
          </p:nvPr>
        </p:nvSpPr>
        <p:spPr>
          <a:xfrm>
            <a:off x="667512" y="187882"/>
            <a:ext cx="266609" cy="365125"/>
          </a:xfrm>
        </p:spPr>
        <p:txBody>
          <a:bodyPr anchor="ctr">
            <a:normAutofit/>
          </a:bodyPr>
          <a:lstStyle/>
          <a:p>
            <a:pPr>
              <a:spcAft>
                <a:spcPts val="600"/>
              </a:spcAft>
            </a:pPr>
            <a:fld id="{7ECAF3DD-865B-4F9E-8AEE-28157E83B0D8}" type="slidenum">
              <a:rPr lang="en-US" smtClean="0"/>
              <a:pPr>
                <a:spcAft>
                  <a:spcPts val="600"/>
                </a:spcAft>
              </a:pPr>
              <a:t>9</a:t>
            </a:fld>
            <a:endParaRPr lang="en-US"/>
          </a:p>
        </p:txBody>
      </p:sp>
      <p:sp>
        <p:nvSpPr>
          <p:cNvPr id="6" name="Date Placeholder 5">
            <a:extLst>
              <a:ext uri="{FF2B5EF4-FFF2-40B4-BE49-F238E27FC236}">
                <a16:creationId xmlns:a16="http://schemas.microsoft.com/office/drawing/2014/main" id="{8DB3CB04-389E-D407-01CF-B4E66768D76D}"/>
              </a:ext>
            </a:extLst>
          </p:cNvPr>
          <p:cNvSpPr>
            <a:spLocks noGrp="1"/>
          </p:cNvSpPr>
          <p:nvPr>
            <p:ph type="dt" sz="half" idx="2"/>
          </p:nvPr>
        </p:nvSpPr>
        <p:spPr>
          <a:xfrm>
            <a:off x="9337084" y="181004"/>
            <a:ext cx="2202644" cy="365125"/>
          </a:xfrm>
        </p:spPr>
        <p:txBody>
          <a:bodyPr anchor="ctr">
            <a:normAutofit/>
          </a:bodyPr>
          <a:lstStyle/>
          <a:p>
            <a:pPr>
              <a:spcAft>
                <a:spcPts val="600"/>
              </a:spcAft>
            </a:pPr>
            <a:fld id="{DEE4FD85-5D6D-4FA4-A373-26EC0F227592}" type="datetime1">
              <a:rPr lang="en-US" smtClean="0"/>
              <a:pPr>
                <a:spcAft>
                  <a:spcPts val="600"/>
                </a:spcAft>
              </a:pPr>
              <a:t>3/30/2026</a:t>
            </a:fld>
            <a:endParaRPr lang="en-US"/>
          </a:p>
        </p:txBody>
      </p:sp>
      <p:pic>
        <p:nvPicPr>
          <p:cNvPr id="8" name="Content Placeholder 7" descr="Teamwork with big data virtual interface">
            <a:extLst>
              <a:ext uri="{FF2B5EF4-FFF2-40B4-BE49-F238E27FC236}">
                <a16:creationId xmlns:a16="http://schemas.microsoft.com/office/drawing/2014/main" id="{A0F9D8DD-54A9-4C88-850D-8B579084FE53}"/>
              </a:ext>
            </a:extLst>
          </p:cNvPr>
          <p:cNvPicPr>
            <a:picLocks noGrp="1" noChangeAspect="1"/>
          </p:cNvPicPr>
          <p:nvPr>
            <p:ph type="pic" sz="quarter" idx="13"/>
          </p:nvPr>
        </p:nvPicPr>
        <p:blipFill>
          <a:blip r:embed="rId3"/>
          <a:srcRect l="11598" r="4346"/>
          <a:stretch>
            <a:fillRect/>
          </a:stretch>
        </p:blipFill>
        <p:spPr>
          <a:xfrm>
            <a:off x="667512" y="2584094"/>
            <a:ext cx="4654296" cy="3696086"/>
          </a:xfrm>
        </p:spPr>
      </p:pic>
      <p:sp>
        <p:nvSpPr>
          <p:cNvPr id="3" name="Content Placeholder 2">
            <a:extLst>
              <a:ext uri="{FF2B5EF4-FFF2-40B4-BE49-F238E27FC236}">
                <a16:creationId xmlns:a16="http://schemas.microsoft.com/office/drawing/2014/main" id="{ADB7CF97-6200-5D94-A6B3-0C458266ABC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641849" y="1260123"/>
            <a:ext cx="5882639" cy="5020056"/>
          </a:xfrm>
        </p:spPr>
        <p:txBody>
          <a:bodyPr>
            <a:normAutofit/>
          </a:bodyPr>
          <a:lstStyle/>
          <a:p>
            <a:pPr marL="0" indent="0">
              <a:spcBef>
                <a:spcPts val="2500"/>
              </a:spcBef>
              <a:buFont typeface="Arial" panose="020B0604020202020204" pitchFamily="34" charset="0"/>
              <a:buNone/>
            </a:pPr>
            <a:r>
              <a:rPr lang="en-US" b="1"/>
              <a:t>AI Enhances Business Decisions</a:t>
            </a:r>
          </a:p>
          <a:p>
            <a:pPr marL="0" lvl="1" indent="0">
              <a:buFont typeface="Arial" panose="020B0604020202020204" pitchFamily="34" charset="0"/>
              <a:buNone/>
            </a:pPr>
            <a:r>
              <a:t>AI provides data-driven insights and predictive capabilities to improve business decision-making and operational efficiency.</a:t>
            </a:r>
            <a:endParaRPr lang="en-US"/>
          </a:p>
          <a:p>
            <a:pPr marL="0" indent="0">
              <a:spcBef>
                <a:spcPts val="2500"/>
              </a:spcBef>
              <a:buFont typeface="Arial" panose="020B0604020202020204" pitchFamily="34" charset="0"/>
              <a:buNone/>
            </a:pPr>
            <a:r>
              <a:rPr lang="en-US" b="1"/>
              <a:t>Ethical Responsibilities</a:t>
            </a:r>
          </a:p>
          <a:p>
            <a:pPr marL="0" lvl="1" indent="0">
              <a:buFont typeface="Arial" panose="020B0604020202020204" pitchFamily="34" charset="0"/>
              <a:buNone/>
            </a:pPr>
            <a:r>
              <a:t>Responsible AI adoption requires addressing bias, fairness, transparency, and privacy to uphold ethical standards.</a:t>
            </a:r>
            <a:endParaRPr lang="en-US"/>
          </a:p>
          <a:p>
            <a:pPr marL="0" indent="0">
              <a:spcBef>
                <a:spcPts val="2500"/>
              </a:spcBef>
              <a:buFont typeface="Arial" panose="020B0604020202020204" pitchFamily="34" charset="0"/>
              <a:buNone/>
            </a:pPr>
            <a:r>
              <a:rPr lang="en-US" b="1"/>
              <a:t>Organizational and Cultural Change</a:t>
            </a:r>
          </a:p>
          <a:p>
            <a:pPr marL="0" lvl="1" indent="0">
              <a:buFont typeface="Arial" panose="020B0604020202020204" pitchFamily="34" charset="0"/>
              <a:buNone/>
            </a:pPr>
            <a:r>
              <a:t>Adopting AI responsibly involves organizational culture shifts, ethical guidelines, human oversight, and continuous monitoring.</a:t>
            </a:r>
            <a:endParaRPr lang="en-US"/>
          </a:p>
          <a:p>
            <a:pPr marL="0" indent="0">
              <a:spcBef>
                <a:spcPts val="2500"/>
              </a:spcBef>
              <a:buFont typeface="Arial" panose="020B0604020202020204" pitchFamily="34" charset="0"/>
              <a:buNone/>
            </a:pPr>
            <a:r>
              <a:rPr lang="en-US" b="1"/>
              <a:t>Long-term Trust and Value</a:t>
            </a:r>
          </a:p>
          <a:p>
            <a:pPr marL="0" lvl="1" indent="0">
              <a:buFont typeface="Arial" panose="020B0604020202020204" pitchFamily="34" charset="0"/>
              <a:buNone/>
            </a:pPr>
            <a:r>
              <a:t>Ethically governed AI builds trust, supports better decisions, and creates lasting value for businesses and society.</a:t>
            </a:r>
            <a:endParaRPr lang="en-US"/>
          </a:p>
        </p:txBody>
      </p:sp>
    </p:spTree>
    <p:extLst>
      <p:ext uri="{BB962C8B-B14F-4D97-AF65-F5344CB8AC3E}">
        <p14:creationId xmlns:p14="http://schemas.microsoft.com/office/powerpoint/2010/main" val="27796509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Greener acres">
  <a:themeElements>
    <a:clrScheme name="Custom 74">
      <a:dk1>
        <a:srgbClr val="01463E"/>
      </a:dk1>
      <a:lt1>
        <a:sysClr val="window" lastClr="FFFFFF"/>
      </a:lt1>
      <a:dk2>
        <a:srgbClr val="000000"/>
      </a:dk2>
      <a:lt2>
        <a:srgbClr val="FFFFFF"/>
      </a:lt2>
      <a:accent1>
        <a:srgbClr val="88B1CA"/>
      </a:accent1>
      <a:accent2>
        <a:srgbClr val="E15544"/>
      </a:accent2>
      <a:accent3>
        <a:srgbClr val="E37A8B"/>
      </a:accent3>
      <a:accent4>
        <a:srgbClr val="8AB9A8"/>
      </a:accent4>
      <a:accent5>
        <a:srgbClr val="A28CD2"/>
      </a:accent5>
      <a:accent6>
        <a:srgbClr val="EBE1D8"/>
      </a:accent6>
      <a:hlink>
        <a:srgbClr val="467886"/>
      </a:hlink>
      <a:folHlink>
        <a:srgbClr val="96607D"/>
      </a:folHlink>
    </a:clrScheme>
    <a:fontScheme name="Custom 21">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B-B01_Document_win32_LW_V6" id="{D7C51510-76B3-4E3E-B1F1-02C5966E46FE}" vid="{7A8C32E0-CE1D-4A5A-82D6-24B0B725BB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otalTime>0</TotalTime>
  <Words>2315</Words>
  <Application>Microsoft Office PowerPoint</Application>
  <PresentationFormat>Widescreen</PresentationFormat>
  <Paragraphs>112</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Avenir Next LT Pro</vt:lpstr>
      <vt:lpstr>Avenir Next LT Pro Light</vt:lpstr>
      <vt:lpstr>Calibri</vt:lpstr>
      <vt:lpstr>Greener acres</vt:lpstr>
      <vt:lpstr>AI, Ethics, and Business Decision-Making</vt:lpstr>
      <vt:lpstr>Role of Artificial Intelligence in Modern Business Decisions</vt:lpstr>
      <vt:lpstr>Applications of AI and Machine Learning Across Industries</vt:lpstr>
      <vt:lpstr>Healthcare Industry Case Example with a Data Science Focus</vt:lpstr>
      <vt:lpstr>Bias and Fairness Challenges in Machine Learning Algorithms</vt:lpstr>
      <vt:lpstr>Strategies Businesses Can Use to Mitigate AI Bias</vt:lpstr>
      <vt:lpstr>Improving Transparency in AI Decision-Making</vt:lpstr>
      <vt:lpstr>Ethical Standards and Privacy Protection in Healthcare AI</vt:lpstr>
      <vt:lpstr>Key Takeaways and Responsible AI Adoption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joszim1500@students.ecpi.edu</dc:creator>
  <cp:lastModifiedBy>VB-Zimmerman-Gibson, Joshua (Virginia Beach)</cp:lastModifiedBy>
  <cp:revision>18</cp:revision>
  <dcterms:modified xsi:type="dcterms:W3CDTF">2026-03-30T21:45:57Z</dcterms:modified>
</cp:coreProperties>
</file>